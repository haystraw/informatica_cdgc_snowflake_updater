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1" r:id="rId3"/>
    <p:sldMasterId id="2147483721" r:id="rId4"/>
    <p:sldMasterId id="2147483794" r:id="rId5"/>
  </p:sldMasterIdLst>
  <p:notesMasterIdLst>
    <p:notesMasterId r:id="rId15"/>
  </p:notesMasterIdLst>
  <p:handoutMasterIdLst>
    <p:handoutMasterId r:id="rId16"/>
  </p:handoutMasterIdLst>
  <p:sldIdLst>
    <p:sldId id="288" r:id="rId6"/>
    <p:sldId id="2134807745" r:id="rId7"/>
    <p:sldId id="2134807766" r:id="rId8"/>
    <p:sldId id="2134807781" r:id="rId9"/>
    <p:sldId id="2134807775" r:id="rId10"/>
    <p:sldId id="2134807776" r:id="rId11"/>
    <p:sldId id="2134807791" r:id="rId12"/>
    <p:sldId id="2134807780" r:id="rId13"/>
    <p:sldId id="267" r:id="rId14"/>
  </p:sldIdLst>
  <p:sldSz cx="12188825" cy="6858000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171BE8E3-79A6-A544-8E6D-DADC11542776}">
          <p14:sldIdLst>
            <p14:sldId id="288"/>
            <p14:sldId id="2134807745"/>
            <p14:sldId id="2134807766"/>
          </p14:sldIdLst>
        </p14:section>
        <p14:section name="Setup" id="{BAA05414-4D33-48F4-9E56-56EDACBFDDA3}">
          <p14:sldIdLst>
            <p14:sldId id="2134807781"/>
            <p14:sldId id="2134807775"/>
            <p14:sldId id="2134807776"/>
            <p14:sldId id="2134807791"/>
            <p14:sldId id="2134807780"/>
          </p14:sldIdLst>
        </p14:section>
        <p14:section name="Closing" id="{E61FE419-5492-7A45-96CE-D25AD06F4459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7D00"/>
    <a:srgbClr val="0432FF"/>
    <a:srgbClr val="FF4D00"/>
    <a:srgbClr val="95D13C"/>
    <a:srgbClr val="E23400"/>
    <a:srgbClr val="FF9801"/>
    <a:srgbClr val="FCA304"/>
    <a:srgbClr val="FF6621"/>
    <a:srgbClr val="F99439"/>
    <a:srgbClr val="FF8F2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696"/>
    <p:restoredTop sz="91353" autoAdjust="0"/>
  </p:normalViewPr>
  <p:slideViewPr>
    <p:cSldViewPr snapToGrid="0">
      <p:cViewPr varScale="1">
        <p:scale>
          <a:sx n="97" d="100"/>
          <a:sy n="97" d="100"/>
        </p:scale>
        <p:origin x="147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90" d="100"/>
        <a:sy n="190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viewProps" Target="viewProps.xml"/><Relationship Id="rId3" Type="http://schemas.openxmlformats.org/officeDocument/2006/relationships/slideMaster" Target="slideMasters/slideMaster1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5" Type="http://schemas.openxmlformats.org/officeDocument/2006/relationships/slideMaster" Target="slideMasters/slideMaster3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5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2.xml"/><Relationship Id="rId9" Type="http://schemas.openxmlformats.org/officeDocument/2006/relationships/slide" Target="slides/slide4.xml"/><Relationship Id="rId14" Type="http://schemas.openxmlformats.org/officeDocument/2006/relationships/slide" Target="slides/slide9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r">
              <a:defRPr sz="1300"/>
            </a:lvl1pPr>
          </a:lstStyle>
          <a:p>
            <a:fld id="{A8AF0ABA-1503-4581-BC5A-AF3D56D7DD45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721106"/>
            <a:ext cx="3078427" cy="513507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023992" y="9721106"/>
            <a:ext cx="3078427" cy="513507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r">
              <a:defRPr sz="1300"/>
            </a:lvl1pPr>
          </a:lstStyle>
          <a:p>
            <a:fld id="{A63F1010-2D67-4645-821C-D43BAA1B17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98096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r">
              <a:defRPr sz="1300"/>
            </a:lvl1pPr>
          </a:lstStyle>
          <a:p>
            <a:fld id="{78186FDC-CD1E-4E7E-B1CD-1CBCCD519E8C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3886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661" tIns="48331" rIns="96661" bIns="48331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08"/>
            <a:ext cx="5683250" cy="4029879"/>
          </a:xfrm>
          <a:prstGeom prst="rect">
            <a:avLst/>
          </a:prstGeom>
        </p:spPr>
        <p:txBody>
          <a:bodyPr vert="horz" lIns="96661" tIns="48331" rIns="96661" bIns="48331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6"/>
            <a:ext cx="3078427" cy="513507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2" y="9721106"/>
            <a:ext cx="3078427" cy="513507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r">
              <a:defRPr sz="1300"/>
            </a:lvl1pPr>
          </a:lstStyle>
          <a:p>
            <a:fld id="{4B9A8B04-59C6-4476-9B83-8806D24CC3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87572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09448" rtl="0" eaLnBrk="1" latinLnBrk="0" hangingPunct="1">
      <a:defRPr sz="800" kern="1200">
        <a:solidFill>
          <a:schemeClr val="tx1"/>
        </a:solidFill>
        <a:latin typeface="+mn-lt"/>
        <a:ea typeface="+mn-ea"/>
        <a:cs typeface="+mn-cs"/>
      </a:defRPr>
    </a:lvl1pPr>
    <a:lvl2pPr marL="304724" algn="l" defTabSz="609448" rtl="0" eaLnBrk="1" latinLnBrk="0" hangingPunct="1">
      <a:defRPr sz="800" kern="1200">
        <a:solidFill>
          <a:schemeClr val="tx1"/>
        </a:solidFill>
        <a:latin typeface="+mn-lt"/>
        <a:ea typeface="+mn-ea"/>
        <a:cs typeface="+mn-cs"/>
      </a:defRPr>
    </a:lvl2pPr>
    <a:lvl3pPr marL="609448" algn="l" defTabSz="609448" rtl="0" eaLnBrk="1" latinLnBrk="0" hangingPunct="1">
      <a:defRPr sz="800" kern="1200">
        <a:solidFill>
          <a:schemeClr val="tx1"/>
        </a:solidFill>
        <a:latin typeface="+mn-lt"/>
        <a:ea typeface="+mn-ea"/>
        <a:cs typeface="+mn-cs"/>
      </a:defRPr>
    </a:lvl3pPr>
    <a:lvl4pPr marL="914171" algn="l" defTabSz="609448" rtl="0" eaLnBrk="1" latinLnBrk="0" hangingPunct="1">
      <a:defRPr sz="800" kern="1200">
        <a:solidFill>
          <a:schemeClr val="tx1"/>
        </a:solidFill>
        <a:latin typeface="+mn-lt"/>
        <a:ea typeface="+mn-ea"/>
        <a:cs typeface="+mn-cs"/>
      </a:defRPr>
    </a:lvl4pPr>
    <a:lvl5pPr marL="1218895" algn="l" defTabSz="609448" rtl="0" eaLnBrk="1" latinLnBrk="0" hangingPunct="1">
      <a:defRPr sz="800" kern="1200">
        <a:solidFill>
          <a:schemeClr val="tx1"/>
        </a:solidFill>
        <a:latin typeface="+mn-lt"/>
        <a:ea typeface="+mn-ea"/>
        <a:cs typeface="+mn-cs"/>
      </a:defRPr>
    </a:lvl5pPr>
    <a:lvl6pPr marL="1523619" algn="l" defTabSz="609448" rtl="0" eaLnBrk="1" latinLnBrk="0" hangingPunct="1">
      <a:defRPr sz="800" kern="1200">
        <a:solidFill>
          <a:schemeClr val="tx1"/>
        </a:solidFill>
        <a:latin typeface="+mn-lt"/>
        <a:ea typeface="+mn-ea"/>
        <a:cs typeface="+mn-cs"/>
      </a:defRPr>
    </a:lvl6pPr>
    <a:lvl7pPr marL="1828343" algn="l" defTabSz="609448" rtl="0" eaLnBrk="1" latinLnBrk="0" hangingPunct="1">
      <a:defRPr sz="800" kern="1200">
        <a:solidFill>
          <a:schemeClr val="tx1"/>
        </a:solidFill>
        <a:latin typeface="+mn-lt"/>
        <a:ea typeface="+mn-ea"/>
        <a:cs typeface="+mn-cs"/>
      </a:defRPr>
    </a:lvl7pPr>
    <a:lvl8pPr marL="2133067" algn="l" defTabSz="609448" rtl="0" eaLnBrk="1" latinLnBrk="0" hangingPunct="1">
      <a:defRPr sz="800" kern="1200">
        <a:solidFill>
          <a:schemeClr val="tx1"/>
        </a:solidFill>
        <a:latin typeface="+mn-lt"/>
        <a:ea typeface="+mn-ea"/>
        <a:cs typeface="+mn-cs"/>
      </a:defRPr>
    </a:lvl8pPr>
    <a:lvl9pPr marL="2437790" algn="l" defTabSz="609448" rtl="0" eaLnBrk="1" latinLnBrk="0" hangingPunct="1">
      <a:defRPr sz="8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81240" indent="-18124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defTabSz="483306">
              <a:defRPr/>
            </a:pPr>
            <a:fld id="{4B9A8B04-59C6-4476-9B83-8806D24CC38B}" type="slidenum">
              <a:rPr lang="en-US">
                <a:solidFill>
                  <a:prstClr val="black"/>
                </a:solidFill>
                <a:latin typeface="Calibri" panose="020F0502020204030204"/>
              </a:rPr>
              <a:pPr defTabSz="483306">
                <a:defRPr/>
              </a:pPr>
              <a:t>1</a:t>
            </a:fld>
            <a:endParaRPr lang="en-US">
              <a:solidFill>
                <a:prstClr val="black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41767343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81240" indent="-18124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defTabSz="483306">
              <a:defRPr/>
            </a:pPr>
            <a:fld id="{4B9A8B04-59C6-4476-9B83-8806D24CC38B}" type="slidenum">
              <a:rPr lang="en-US">
                <a:solidFill>
                  <a:prstClr val="black"/>
                </a:solidFill>
                <a:latin typeface="Calibri" panose="020F0502020204030204"/>
              </a:rPr>
              <a:pPr defTabSz="483306">
                <a:defRPr/>
              </a:pPr>
              <a:t>4</a:t>
            </a:fld>
            <a:endParaRPr lang="en-US">
              <a:solidFill>
                <a:prstClr val="black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16169782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9A8B04-59C6-4476-9B83-8806D24CC38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41337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5.png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1.emf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5"/>
          <p:cNvSpPr>
            <a:spLocks/>
          </p:cNvSpPr>
          <p:nvPr userDrawn="1"/>
        </p:nvSpPr>
        <p:spPr bwMode="auto">
          <a:xfrm>
            <a:off x="6885184" y="5000315"/>
            <a:ext cx="2699432" cy="1857685"/>
          </a:xfrm>
          <a:custGeom>
            <a:avLst/>
            <a:gdLst>
              <a:gd name="T0" fmla="*/ 0 w 3707"/>
              <a:gd name="T1" fmla="*/ 2548 h 2548"/>
              <a:gd name="T2" fmla="*/ 3707 w 3707"/>
              <a:gd name="T3" fmla="*/ 0 h 2548"/>
              <a:gd name="T4" fmla="*/ 3343 w 3707"/>
              <a:gd name="T5" fmla="*/ 2538 h 2548"/>
              <a:gd name="T6" fmla="*/ 0 w 3707"/>
              <a:gd name="T7" fmla="*/ 2548 h 2548"/>
              <a:gd name="connsiteX0" fmla="*/ 0 w 10000"/>
              <a:gd name="connsiteY0" fmla="*/ 10000 h 10000"/>
              <a:gd name="connsiteX1" fmla="*/ 10000 w 10000"/>
              <a:gd name="connsiteY1" fmla="*/ 0 h 10000"/>
              <a:gd name="connsiteX2" fmla="*/ 9018 w 10000"/>
              <a:gd name="connsiteY2" fmla="*/ 9984 h 10000"/>
              <a:gd name="connsiteX3" fmla="*/ 0 w 10000"/>
              <a:gd name="connsiteY3" fmla="*/ 10000 h 10000"/>
              <a:gd name="connsiteX0" fmla="*/ 0 w 10024"/>
              <a:gd name="connsiteY0" fmla="*/ 9877 h 9877"/>
              <a:gd name="connsiteX1" fmla="*/ 10024 w 10024"/>
              <a:gd name="connsiteY1" fmla="*/ 0 h 9877"/>
              <a:gd name="connsiteX2" fmla="*/ 9018 w 10024"/>
              <a:gd name="connsiteY2" fmla="*/ 9861 h 9877"/>
              <a:gd name="connsiteX3" fmla="*/ 0 w 10024"/>
              <a:gd name="connsiteY3" fmla="*/ 9877 h 9877"/>
              <a:gd name="connsiteX0" fmla="*/ 0 w 9974"/>
              <a:gd name="connsiteY0" fmla="*/ 10132 h 10132"/>
              <a:gd name="connsiteX1" fmla="*/ 9974 w 9974"/>
              <a:gd name="connsiteY1" fmla="*/ 0 h 10132"/>
              <a:gd name="connsiteX2" fmla="*/ 8996 w 9974"/>
              <a:gd name="connsiteY2" fmla="*/ 10116 h 10132"/>
              <a:gd name="connsiteX3" fmla="*/ 0 w 9974"/>
              <a:gd name="connsiteY3" fmla="*/ 10132 h 10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974" h="10132">
                <a:moveTo>
                  <a:pt x="0" y="10132"/>
                </a:moveTo>
                <a:lnTo>
                  <a:pt x="9974" y="0"/>
                </a:lnTo>
                <a:cubicBezTo>
                  <a:pt x="9648" y="3369"/>
                  <a:pt x="9323" y="6746"/>
                  <a:pt x="8996" y="10116"/>
                </a:cubicBezTo>
                <a:lnTo>
                  <a:pt x="0" y="10132"/>
                </a:lnTo>
                <a:close/>
              </a:path>
            </a:pathLst>
          </a:custGeom>
          <a:solidFill>
            <a:srgbClr val="FF4D00">
              <a:alpha val="90000"/>
            </a:srgbClr>
          </a:solidFill>
          <a:ln>
            <a:noFill/>
          </a:ln>
        </p:spPr>
        <p:txBody>
          <a:bodyPr vert="horz" wrap="square" lIns="60944" tIns="30472" rIns="60944" bIns="30472" numCol="1" anchor="t" anchorCtr="0" compatLnSpc="1">
            <a:prstTxWarp prst="textNoShape">
              <a:avLst/>
            </a:prstTxWarp>
          </a:bodyPr>
          <a:lstStyle/>
          <a:p>
            <a:r>
              <a:rPr lang="en-US" sz="1200"/>
              <a:t>`</a:t>
            </a:r>
          </a:p>
        </p:txBody>
      </p:sp>
      <p:sp>
        <p:nvSpPr>
          <p:cNvPr id="18" name="Freeform 17"/>
          <p:cNvSpPr/>
          <p:nvPr userDrawn="1"/>
        </p:nvSpPr>
        <p:spPr>
          <a:xfrm>
            <a:off x="-9986" y="1610"/>
            <a:ext cx="9595159" cy="6865102"/>
          </a:xfrm>
          <a:custGeom>
            <a:avLst/>
            <a:gdLst>
              <a:gd name="connsiteX0" fmla="*/ 0 w 9595159"/>
              <a:gd name="connsiteY0" fmla="*/ 0 h 6865102"/>
              <a:gd name="connsiteX1" fmla="*/ 1927239 w 9595159"/>
              <a:gd name="connsiteY1" fmla="*/ 0 h 6865102"/>
              <a:gd name="connsiteX2" fmla="*/ 6715756 w 9595159"/>
              <a:gd name="connsiteY2" fmla="*/ 997734 h 6865102"/>
              <a:gd name="connsiteX3" fmla="*/ 9595159 w 9595159"/>
              <a:gd name="connsiteY3" fmla="*/ 4998284 h 6865102"/>
              <a:gd name="connsiteX4" fmla="*/ 7522445 w 9595159"/>
              <a:gd name="connsiteY4" fmla="*/ 6859281 h 6865102"/>
              <a:gd name="connsiteX5" fmla="*/ 0 w 9595159"/>
              <a:gd name="connsiteY5" fmla="*/ 6865102 h 68651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595159" h="6865102">
                <a:moveTo>
                  <a:pt x="0" y="0"/>
                </a:moveTo>
                <a:lnTo>
                  <a:pt x="1927239" y="0"/>
                </a:lnTo>
                <a:lnTo>
                  <a:pt x="6715756" y="997734"/>
                </a:lnTo>
                <a:lnTo>
                  <a:pt x="9595159" y="4998284"/>
                </a:lnTo>
                <a:lnTo>
                  <a:pt x="7522445" y="6859281"/>
                </a:lnTo>
                <a:lnTo>
                  <a:pt x="0" y="6865102"/>
                </a:lnTo>
                <a:close/>
              </a:path>
            </a:pathLst>
          </a:custGeom>
          <a:solidFill>
            <a:srgbClr val="FF7D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0944" tIns="30472" rIns="60944" bIns="3047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200"/>
          </a:p>
        </p:txBody>
      </p:sp>
      <p:sp>
        <p:nvSpPr>
          <p:cNvPr id="7" name="Freeform: Shape 6"/>
          <p:cNvSpPr/>
          <p:nvPr userDrawn="1"/>
        </p:nvSpPr>
        <p:spPr>
          <a:xfrm>
            <a:off x="5703607" y="-4993"/>
            <a:ext cx="6487721" cy="4409962"/>
          </a:xfrm>
          <a:custGeom>
            <a:avLst/>
            <a:gdLst>
              <a:gd name="connsiteX0" fmla="*/ 0 w 9236676"/>
              <a:gd name="connsiteY0" fmla="*/ 0 h 6573795"/>
              <a:gd name="connsiteX1" fmla="*/ 4726459 w 9236676"/>
              <a:gd name="connsiteY1" fmla="*/ 6573795 h 6573795"/>
              <a:gd name="connsiteX2" fmla="*/ 9236676 w 9236676"/>
              <a:gd name="connsiteY2" fmla="*/ 2823519 h 6573795"/>
              <a:gd name="connsiteX3" fmla="*/ 9236676 w 9236676"/>
              <a:gd name="connsiteY3" fmla="*/ 12357 h 6573795"/>
              <a:gd name="connsiteX4" fmla="*/ 0 w 9236676"/>
              <a:gd name="connsiteY4" fmla="*/ 0 h 6573795"/>
              <a:gd name="connsiteX0" fmla="*/ 0 w 9236676"/>
              <a:gd name="connsiteY0" fmla="*/ 0 h 6326963"/>
              <a:gd name="connsiteX1" fmla="*/ 4824631 w 9236676"/>
              <a:gd name="connsiteY1" fmla="*/ 6326963 h 6326963"/>
              <a:gd name="connsiteX2" fmla="*/ 9236676 w 9236676"/>
              <a:gd name="connsiteY2" fmla="*/ 2823519 h 6326963"/>
              <a:gd name="connsiteX3" fmla="*/ 9236676 w 9236676"/>
              <a:gd name="connsiteY3" fmla="*/ 12357 h 6326963"/>
              <a:gd name="connsiteX4" fmla="*/ 0 w 9236676"/>
              <a:gd name="connsiteY4" fmla="*/ 0 h 6326963"/>
              <a:gd name="connsiteX0" fmla="*/ 0 w 9236676"/>
              <a:gd name="connsiteY0" fmla="*/ 0 h 6607454"/>
              <a:gd name="connsiteX1" fmla="*/ 4726459 w 9236676"/>
              <a:gd name="connsiteY1" fmla="*/ 6607454 h 6607454"/>
              <a:gd name="connsiteX2" fmla="*/ 9236676 w 9236676"/>
              <a:gd name="connsiteY2" fmla="*/ 2823519 h 6607454"/>
              <a:gd name="connsiteX3" fmla="*/ 9236676 w 9236676"/>
              <a:gd name="connsiteY3" fmla="*/ 12357 h 6607454"/>
              <a:gd name="connsiteX4" fmla="*/ 0 w 9236676"/>
              <a:gd name="connsiteY4" fmla="*/ 0 h 6607454"/>
              <a:gd name="connsiteX0" fmla="*/ 0 w 9236676"/>
              <a:gd name="connsiteY0" fmla="*/ 35327 h 6642781"/>
              <a:gd name="connsiteX1" fmla="*/ 4726459 w 9236676"/>
              <a:gd name="connsiteY1" fmla="*/ 6642781 h 6642781"/>
              <a:gd name="connsiteX2" fmla="*/ 9236676 w 9236676"/>
              <a:gd name="connsiteY2" fmla="*/ 2858846 h 6642781"/>
              <a:gd name="connsiteX3" fmla="*/ 8956185 w 9236676"/>
              <a:gd name="connsiteY3" fmla="*/ 0 h 6642781"/>
              <a:gd name="connsiteX4" fmla="*/ 0 w 9236676"/>
              <a:gd name="connsiteY4" fmla="*/ 35327 h 6642781"/>
              <a:gd name="connsiteX0" fmla="*/ 0 w 9236676"/>
              <a:gd name="connsiteY0" fmla="*/ 0 h 6607454"/>
              <a:gd name="connsiteX1" fmla="*/ 4726459 w 9236676"/>
              <a:gd name="connsiteY1" fmla="*/ 6607454 h 6607454"/>
              <a:gd name="connsiteX2" fmla="*/ 9236676 w 9236676"/>
              <a:gd name="connsiteY2" fmla="*/ 2823519 h 6607454"/>
              <a:gd name="connsiteX3" fmla="*/ 9208627 w 9236676"/>
              <a:gd name="connsiteY3" fmla="*/ 6747 h 6607454"/>
              <a:gd name="connsiteX4" fmla="*/ 0 w 9236676"/>
              <a:gd name="connsiteY4" fmla="*/ 0 h 6607454"/>
              <a:gd name="connsiteX0" fmla="*/ 0 w 9217041"/>
              <a:gd name="connsiteY0" fmla="*/ 0 h 6607454"/>
              <a:gd name="connsiteX1" fmla="*/ 4726459 w 9217041"/>
              <a:gd name="connsiteY1" fmla="*/ 6607454 h 6607454"/>
              <a:gd name="connsiteX2" fmla="*/ 9217041 w 9217041"/>
              <a:gd name="connsiteY2" fmla="*/ 2823519 h 6607454"/>
              <a:gd name="connsiteX3" fmla="*/ 9208627 w 9217041"/>
              <a:gd name="connsiteY3" fmla="*/ 6747 h 6607454"/>
              <a:gd name="connsiteX4" fmla="*/ 0 w 9217041"/>
              <a:gd name="connsiteY4" fmla="*/ 0 h 6607454"/>
              <a:gd name="connsiteX0" fmla="*/ 0 w 9217041"/>
              <a:gd name="connsiteY0" fmla="*/ 0 h 6607454"/>
              <a:gd name="connsiteX1" fmla="*/ 4726459 w 9217041"/>
              <a:gd name="connsiteY1" fmla="*/ 6607454 h 6607454"/>
              <a:gd name="connsiteX2" fmla="*/ 9217041 w 9217041"/>
              <a:gd name="connsiteY2" fmla="*/ 2823519 h 6607454"/>
              <a:gd name="connsiteX3" fmla="*/ 9183383 w 9217041"/>
              <a:gd name="connsiteY3" fmla="*/ 6747 h 6607454"/>
              <a:gd name="connsiteX4" fmla="*/ 0 w 9217041"/>
              <a:gd name="connsiteY4" fmla="*/ 0 h 6607454"/>
              <a:gd name="connsiteX0" fmla="*/ 0 w 9217041"/>
              <a:gd name="connsiteY0" fmla="*/ 0 h 6607454"/>
              <a:gd name="connsiteX1" fmla="*/ 4726459 w 9217041"/>
              <a:gd name="connsiteY1" fmla="*/ 6607454 h 6607454"/>
              <a:gd name="connsiteX2" fmla="*/ 9217041 w 9217041"/>
              <a:gd name="connsiteY2" fmla="*/ 2823519 h 6607454"/>
              <a:gd name="connsiteX3" fmla="*/ 9197407 w 9217041"/>
              <a:gd name="connsiteY3" fmla="*/ 6747 h 6607454"/>
              <a:gd name="connsiteX4" fmla="*/ 0 w 9217041"/>
              <a:gd name="connsiteY4" fmla="*/ 0 h 6607454"/>
              <a:gd name="connsiteX0" fmla="*/ 0 w 9231065"/>
              <a:gd name="connsiteY0" fmla="*/ 0 h 6607454"/>
              <a:gd name="connsiteX1" fmla="*/ 4740483 w 9231065"/>
              <a:gd name="connsiteY1" fmla="*/ 6607454 h 6607454"/>
              <a:gd name="connsiteX2" fmla="*/ 9231065 w 9231065"/>
              <a:gd name="connsiteY2" fmla="*/ 2823519 h 6607454"/>
              <a:gd name="connsiteX3" fmla="*/ 9211431 w 9231065"/>
              <a:gd name="connsiteY3" fmla="*/ 6747 h 6607454"/>
              <a:gd name="connsiteX4" fmla="*/ 0 w 9231065"/>
              <a:gd name="connsiteY4" fmla="*/ 0 h 6607454"/>
              <a:gd name="connsiteX0" fmla="*/ 0 w 9748791"/>
              <a:gd name="connsiteY0" fmla="*/ 0 h 6607454"/>
              <a:gd name="connsiteX1" fmla="*/ 4740483 w 9748791"/>
              <a:gd name="connsiteY1" fmla="*/ 6607454 h 6607454"/>
              <a:gd name="connsiteX2" fmla="*/ 9231065 w 9748791"/>
              <a:gd name="connsiteY2" fmla="*/ 2823519 h 6607454"/>
              <a:gd name="connsiteX3" fmla="*/ 9748781 w 9748791"/>
              <a:gd name="connsiteY3" fmla="*/ 18177 h 6607454"/>
              <a:gd name="connsiteX4" fmla="*/ 0 w 9748791"/>
              <a:gd name="connsiteY4" fmla="*/ 0 h 6607454"/>
              <a:gd name="connsiteX0" fmla="*/ 0 w 9749048"/>
              <a:gd name="connsiteY0" fmla="*/ 0 h 6607454"/>
              <a:gd name="connsiteX1" fmla="*/ 4740483 w 9749048"/>
              <a:gd name="connsiteY1" fmla="*/ 6607454 h 6607454"/>
              <a:gd name="connsiteX2" fmla="*/ 9734116 w 9749048"/>
              <a:gd name="connsiteY2" fmla="*/ 2389179 h 6607454"/>
              <a:gd name="connsiteX3" fmla="*/ 9748781 w 9749048"/>
              <a:gd name="connsiteY3" fmla="*/ 18177 h 6607454"/>
              <a:gd name="connsiteX4" fmla="*/ 0 w 9749048"/>
              <a:gd name="connsiteY4" fmla="*/ 0 h 6607454"/>
              <a:gd name="connsiteX0" fmla="*/ 0 w 9749048"/>
              <a:gd name="connsiteY0" fmla="*/ 0 h 6607454"/>
              <a:gd name="connsiteX1" fmla="*/ 4740483 w 9749048"/>
              <a:gd name="connsiteY1" fmla="*/ 6607454 h 6607454"/>
              <a:gd name="connsiteX2" fmla="*/ 9734116 w 9749048"/>
              <a:gd name="connsiteY2" fmla="*/ 2389179 h 6607454"/>
              <a:gd name="connsiteX3" fmla="*/ 9748781 w 9749048"/>
              <a:gd name="connsiteY3" fmla="*/ 8972 h 6607454"/>
              <a:gd name="connsiteX4" fmla="*/ 0 w 9749048"/>
              <a:gd name="connsiteY4" fmla="*/ 0 h 6607454"/>
              <a:gd name="connsiteX0" fmla="*/ 0 w 9734116"/>
              <a:gd name="connsiteY0" fmla="*/ 0 h 6607454"/>
              <a:gd name="connsiteX1" fmla="*/ 4740483 w 9734116"/>
              <a:gd name="connsiteY1" fmla="*/ 6607454 h 6607454"/>
              <a:gd name="connsiteX2" fmla="*/ 9734116 w 9734116"/>
              <a:gd name="connsiteY2" fmla="*/ 2389179 h 6607454"/>
              <a:gd name="connsiteX3" fmla="*/ 9699391 w 9734116"/>
              <a:gd name="connsiteY3" fmla="*/ 69321 h 6607454"/>
              <a:gd name="connsiteX4" fmla="*/ 0 w 9734116"/>
              <a:gd name="connsiteY4" fmla="*/ 0 h 6607454"/>
              <a:gd name="connsiteX0" fmla="*/ 0 w 9734116"/>
              <a:gd name="connsiteY0" fmla="*/ 7490 h 6614944"/>
              <a:gd name="connsiteX1" fmla="*/ 4740483 w 9734116"/>
              <a:gd name="connsiteY1" fmla="*/ 6614944 h 6614944"/>
              <a:gd name="connsiteX2" fmla="*/ 9734116 w 9734116"/>
              <a:gd name="connsiteY2" fmla="*/ 2396669 h 6614944"/>
              <a:gd name="connsiteX3" fmla="*/ 9732319 w 9734116"/>
              <a:gd name="connsiteY3" fmla="*/ 0 h 6614944"/>
              <a:gd name="connsiteX4" fmla="*/ 0 w 9734116"/>
              <a:gd name="connsiteY4" fmla="*/ 7490 h 66149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734116" h="6614944">
                <a:moveTo>
                  <a:pt x="0" y="7490"/>
                </a:moveTo>
                <a:lnTo>
                  <a:pt x="4740483" y="6614944"/>
                </a:lnTo>
                <a:lnTo>
                  <a:pt x="9734116" y="2396669"/>
                </a:lnTo>
                <a:cubicBezTo>
                  <a:pt x="9731311" y="1457745"/>
                  <a:pt x="9735124" y="938924"/>
                  <a:pt x="9732319" y="0"/>
                </a:cubicBezTo>
                <a:lnTo>
                  <a:pt x="0" y="7490"/>
                </a:lnTo>
                <a:close/>
              </a:path>
            </a:pathLst>
          </a:custGeom>
          <a:solidFill>
            <a:srgbClr val="FF4D00">
              <a:alpha val="8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0944" tIns="30472" rIns="60944" bIns="3047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200"/>
          </a:p>
        </p:txBody>
      </p:sp>
      <p:sp>
        <p:nvSpPr>
          <p:cNvPr id="8" name="Right Triangle 7"/>
          <p:cNvSpPr/>
          <p:nvPr userDrawn="1"/>
        </p:nvSpPr>
        <p:spPr>
          <a:xfrm flipH="1">
            <a:off x="11856047" y="5935979"/>
            <a:ext cx="342765" cy="922021"/>
          </a:xfrm>
          <a:prstGeom prst="rtTriangle">
            <a:avLst/>
          </a:prstGeom>
          <a:solidFill>
            <a:srgbClr val="0432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0944" tIns="30472" rIns="60944" bIns="3047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200"/>
          </a:p>
        </p:txBody>
      </p:sp>
      <p:sp>
        <p:nvSpPr>
          <p:cNvPr id="9" name="Freeform: Shape 8"/>
          <p:cNvSpPr/>
          <p:nvPr userDrawn="1"/>
        </p:nvSpPr>
        <p:spPr>
          <a:xfrm>
            <a:off x="1891576" y="-883"/>
            <a:ext cx="4485778" cy="935421"/>
          </a:xfrm>
          <a:custGeom>
            <a:avLst/>
            <a:gdLst>
              <a:gd name="connsiteX0" fmla="*/ 0 w 6664960"/>
              <a:gd name="connsiteY0" fmla="*/ 0 h 1471168"/>
              <a:gd name="connsiteX1" fmla="*/ 365760 w 6664960"/>
              <a:gd name="connsiteY1" fmla="*/ 0 h 1471168"/>
              <a:gd name="connsiteX2" fmla="*/ 6421120 w 6664960"/>
              <a:gd name="connsiteY2" fmla="*/ 1125728 h 1471168"/>
              <a:gd name="connsiteX3" fmla="*/ 6664960 w 6664960"/>
              <a:gd name="connsiteY3" fmla="*/ 1471168 h 1471168"/>
              <a:gd name="connsiteX4" fmla="*/ 0 w 6664960"/>
              <a:gd name="connsiteY4" fmla="*/ 0 h 1471168"/>
              <a:gd name="connsiteX0" fmla="*/ 0 w 6715760"/>
              <a:gd name="connsiteY0" fmla="*/ 0 h 1471168"/>
              <a:gd name="connsiteX1" fmla="*/ 416560 w 6715760"/>
              <a:gd name="connsiteY1" fmla="*/ 0 h 1471168"/>
              <a:gd name="connsiteX2" fmla="*/ 6471920 w 6715760"/>
              <a:gd name="connsiteY2" fmla="*/ 1125728 h 1471168"/>
              <a:gd name="connsiteX3" fmla="*/ 6715760 w 6715760"/>
              <a:gd name="connsiteY3" fmla="*/ 1471168 h 1471168"/>
              <a:gd name="connsiteX4" fmla="*/ 0 w 6715760"/>
              <a:gd name="connsiteY4" fmla="*/ 0 h 1471168"/>
              <a:gd name="connsiteX0" fmla="*/ 0 w 6742497"/>
              <a:gd name="connsiteY0" fmla="*/ 0 h 1471168"/>
              <a:gd name="connsiteX1" fmla="*/ 443297 w 6742497"/>
              <a:gd name="connsiteY1" fmla="*/ 0 h 1471168"/>
              <a:gd name="connsiteX2" fmla="*/ 6498657 w 6742497"/>
              <a:gd name="connsiteY2" fmla="*/ 1125728 h 1471168"/>
              <a:gd name="connsiteX3" fmla="*/ 6742497 w 6742497"/>
              <a:gd name="connsiteY3" fmla="*/ 1471168 h 1471168"/>
              <a:gd name="connsiteX4" fmla="*/ 0 w 6742497"/>
              <a:gd name="connsiteY4" fmla="*/ 0 h 1471168"/>
              <a:gd name="connsiteX0" fmla="*/ 0 w 6704397"/>
              <a:gd name="connsiteY0" fmla="*/ 0 h 1409936"/>
              <a:gd name="connsiteX1" fmla="*/ 443297 w 6704397"/>
              <a:gd name="connsiteY1" fmla="*/ 0 h 1409936"/>
              <a:gd name="connsiteX2" fmla="*/ 6498657 w 6704397"/>
              <a:gd name="connsiteY2" fmla="*/ 1125728 h 1409936"/>
              <a:gd name="connsiteX3" fmla="*/ 6704397 w 6704397"/>
              <a:gd name="connsiteY3" fmla="*/ 1409936 h 1409936"/>
              <a:gd name="connsiteX4" fmla="*/ 0 w 6704397"/>
              <a:gd name="connsiteY4" fmla="*/ 0 h 1409936"/>
              <a:gd name="connsiteX0" fmla="*/ 0 w 6728889"/>
              <a:gd name="connsiteY0" fmla="*/ 0 h 1409936"/>
              <a:gd name="connsiteX1" fmla="*/ 467789 w 6728889"/>
              <a:gd name="connsiteY1" fmla="*/ 0 h 1409936"/>
              <a:gd name="connsiteX2" fmla="*/ 6523149 w 6728889"/>
              <a:gd name="connsiteY2" fmla="*/ 1125728 h 1409936"/>
              <a:gd name="connsiteX3" fmla="*/ 6728889 w 6728889"/>
              <a:gd name="connsiteY3" fmla="*/ 1409936 h 1409936"/>
              <a:gd name="connsiteX4" fmla="*/ 0 w 6728889"/>
              <a:gd name="connsiteY4" fmla="*/ 0 h 1409936"/>
              <a:gd name="connsiteX0" fmla="*/ 0 w 6711200"/>
              <a:gd name="connsiteY0" fmla="*/ 4082 h 1409936"/>
              <a:gd name="connsiteX1" fmla="*/ 450100 w 6711200"/>
              <a:gd name="connsiteY1" fmla="*/ 0 h 1409936"/>
              <a:gd name="connsiteX2" fmla="*/ 6505460 w 6711200"/>
              <a:gd name="connsiteY2" fmla="*/ 1125728 h 1409936"/>
              <a:gd name="connsiteX3" fmla="*/ 6711200 w 6711200"/>
              <a:gd name="connsiteY3" fmla="*/ 1409936 h 1409936"/>
              <a:gd name="connsiteX4" fmla="*/ 0 w 6711200"/>
              <a:gd name="connsiteY4" fmla="*/ 4082 h 1409936"/>
              <a:gd name="connsiteX0" fmla="*/ 0 w 6724807"/>
              <a:gd name="connsiteY0" fmla="*/ 10885 h 1409936"/>
              <a:gd name="connsiteX1" fmla="*/ 463707 w 6724807"/>
              <a:gd name="connsiteY1" fmla="*/ 0 h 1409936"/>
              <a:gd name="connsiteX2" fmla="*/ 6519067 w 6724807"/>
              <a:gd name="connsiteY2" fmla="*/ 1125728 h 1409936"/>
              <a:gd name="connsiteX3" fmla="*/ 6724807 w 6724807"/>
              <a:gd name="connsiteY3" fmla="*/ 1409936 h 1409936"/>
              <a:gd name="connsiteX4" fmla="*/ 0 w 6724807"/>
              <a:gd name="connsiteY4" fmla="*/ 10885 h 1409936"/>
              <a:gd name="connsiteX0" fmla="*/ 0 w 6724807"/>
              <a:gd name="connsiteY0" fmla="*/ 4081 h 1403132"/>
              <a:gd name="connsiteX1" fmla="*/ 477314 w 6724807"/>
              <a:gd name="connsiteY1" fmla="*/ 0 h 1403132"/>
              <a:gd name="connsiteX2" fmla="*/ 6519067 w 6724807"/>
              <a:gd name="connsiteY2" fmla="*/ 1118924 h 1403132"/>
              <a:gd name="connsiteX3" fmla="*/ 6724807 w 6724807"/>
              <a:gd name="connsiteY3" fmla="*/ 1403132 h 1403132"/>
              <a:gd name="connsiteX4" fmla="*/ 0 w 6724807"/>
              <a:gd name="connsiteY4" fmla="*/ 4081 h 1403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24807" h="1403132">
                <a:moveTo>
                  <a:pt x="0" y="4081"/>
                </a:moveTo>
                <a:lnTo>
                  <a:pt x="477314" y="0"/>
                </a:lnTo>
                <a:lnTo>
                  <a:pt x="6519067" y="1118924"/>
                </a:lnTo>
                <a:lnTo>
                  <a:pt x="6724807" y="1403132"/>
                </a:lnTo>
                <a:lnTo>
                  <a:pt x="0" y="4081"/>
                </a:lnTo>
                <a:close/>
              </a:path>
            </a:pathLst>
          </a:custGeom>
          <a:solidFill>
            <a:srgbClr val="FF7D00">
              <a:alpha val="7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0944" tIns="30472" rIns="60944" bIns="3047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200"/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0" hasCustomPrompt="1"/>
          </p:nvPr>
        </p:nvSpPr>
        <p:spPr>
          <a:xfrm>
            <a:off x="1160547" y="2113110"/>
            <a:ext cx="5702946" cy="426890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2400" b="0" i="0">
                <a:solidFill>
                  <a:schemeClr val="bg1"/>
                </a:solidFill>
                <a:latin typeface="Roboto" charset="0"/>
                <a:ea typeface="Roboto" charset="0"/>
                <a:cs typeface="Roboto" charset="0"/>
              </a:defRPr>
            </a:lvl1pPr>
            <a:lvl2pPr marL="457108" indent="0">
              <a:buNone/>
              <a:defRPr/>
            </a:lvl2pPr>
            <a:lvl3pPr marL="914217" indent="0">
              <a:buNone/>
              <a:defRPr/>
            </a:lvl3pPr>
            <a:lvl4pPr marL="1371326" indent="0">
              <a:buNone/>
              <a:defRPr/>
            </a:lvl4pPr>
            <a:lvl5pPr marL="1828435" indent="0">
              <a:buNone/>
              <a:defRPr/>
            </a:lvl5pPr>
          </a:lstStyle>
          <a:p>
            <a:pPr lvl="0"/>
            <a:r>
              <a:rPr lang="en-US"/>
              <a:t>Date </a:t>
            </a:r>
            <a:r>
              <a:rPr lang="en-US" err="1"/>
              <a:t>Roboto</a:t>
            </a:r>
            <a:r>
              <a:rPr lang="en-US"/>
              <a:t> 24 Point</a:t>
            </a:r>
          </a:p>
        </p:txBody>
      </p:sp>
      <p:sp>
        <p:nvSpPr>
          <p:cNvPr id="24" name="Text Placeholder 23"/>
          <p:cNvSpPr>
            <a:spLocks noGrp="1"/>
          </p:cNvSpPr>
          <p:nvPr>
            <p:ph type="body" sz="quarter" idx="11" hasCustomPrompt="1"/>
          </p:nvPr>
        </p:nvSpPr>
        <p:spPr>
          <a:xfrm>
            <a:off x="1160547" y="3103006"/>
            <a:ext cx="7339764" cy="157450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5399" b="0" i="0">
                <a:solidFill>
                  <a:schemeClr val="bg1"/>
                </a:solidFill>
                <a:latin typeface="Roboto Light" charset="0"/>
                <a:ea typeface="Roboto Light" charset="0"/>
                <a:cs typeface="Roboto Light" charset="0"/>
              </a:defRPr>
            </a:lvl1pPr>
            <a:lvl2pPr marL="457108" indent="0">
              <a:buNone/>
              <a:defRPr/>
            </a:lvl2pPr>
            <a:lvl3pPr marL="914217" indent="0">
              <a:buNone/>
              <a:defRPr/>
            </a:lvl3pPr>
            <a:lvl4pPr marL="1371326" indent="0">
              <a:buNone/>
              <a:defRPr/>
            </a:lvl4pPr>
            <a:lvl5pPr marL="1828435" indent="0">
              <a:buNone/>
              <a:defRPr/>
            </a:lvl5pPr>
          </a:lstStyle>
          <a:p>
            <a:r>
              <a:rPr lang="en-US"/>
              <a:t>Title Goes Here </a:t>
            </a:r>
            <a:br>
              <a:rPr lang="en-US"/>
            </a:br>
            <a:r>
              <a:rPr lang="en-US" err="1"/>
              <a:t>Roboto</a:t>
            </a:r>
            <a:r>
              <a:rPr lang="en-US"/>
              <a:t> 54 Point</a:t>
            </a:r>
          </a:p>
        </p:txBody>
      </p:sp>
      <p:sp>
        <p:nvSpPr>
          <p:cNvPr id="26" name="Text Placeholder 25"/>
          <p:cNvSpPr>
            <a:spLocks noGrp="1"/>
          </p:cNvSpPr>
          <p:nvPr>
            <p:ph type="body" sz="quarter" idx="12" hasCustomPrompt="1"/>
          </p:nvPr>
        </p:nvSpPr>
        <p:spPr>
          <a:xfrm>
            <a:off x="1160547" y="4920181"/>
            <a:ext cx="6400800" cy="28957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="0" i="0" baseline="0">
                <a:solidFill>
                  <a:schemeClr val="bg1"/>
                </a:solidFill>
                <a:latin typeface="Roboto" charset="0"/>
                <a:ea typeface="Roboto" charset="0"/>
                <a:cs typeface="Roboto" charset="0"/>
              </a:defRPr>
            </a:lvl1pPr>
            <a:lvl2pPr marL="457108" indent="0">
              <a:buNone/>
              <a:defRPr/>
            </a:lvl2pPr>
            <a:lvl3pPr marL="914217" indent="0">
              <a:buNone/>
              <a:defRPr/>
            </a:lvl3pPr>
            <a:lvl4pPr marL="1371326" indent="0">
              <a:buNone/>
              <a:defRPr/>
            </a:lvl4pPr>
            <a:lvl5pPr marL="1828435" indent="0">
              <a:buNone/>
              <a:defRPr/>
            </a:lvl5pPr>
          </a:lstStyle>
          <a:p>
            <a:pPr lvl="0"/>
            <a:r>
              <a:rPr lang="en-US"/>
              <a:t>Speaker Name, </a:t>
            </a:r>
            <a:r>
              <a:rPr lang="en-US" err="1"/>
              <a:t>Roboto</a:t>
            </a:r>
            <a:r>
              <a:rPr lang="en-US"/>
              <a:t> Regular 21 Point</a:t>
            </a:r>
          </a:p>
        </p:txBody>
      </p:sp>
      <p:sp>
        <p:nvSpPr>
          <p:cNvPr id="28" name="Text Placeholder 27"/>
          <p:cNvSpPr>
            <a:spLocks noGrp="1"/>
          </p:cNvSpPr>
          <p:nvPr>
            <p:ph type="body" sz="quarter" idx="13" hasCustomPrompt="1"/>
          </p:nvPr>
        </p:nvSpPr>
        <p:spPr>
          <a:xfrm>
            <a:off x="1160547" y="5289435"/>
            <a:ext cx="6400800" cy="29104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i="1" baseline="0">
                <a:solidFill>
                  <a:schemeClr val="bg1"/>
                </a:solidFill>
              </a:defRPr>
            </a:lvl1pPr>
            <a:lvl2pPr marL="457108" indent="0">
              <a:buNone/>
              <a:defRPr/>
            </a:lvl2pPr>
            <a:lvl3pPr marL="914217" indent="0">
              <a:buNone/>
              <a:defRPr/>
            </a:lvl3pPr>
            <a:lvl4pPr marL="1371326" indent="0">
              <a:buNone/>
              <a:defRPr/>
            </a:lvl4pPr>
            <a:lvl5pPr marL="1828435" indent="0">
              <a:buNone/>
              <a:defRPr/>
            </a:lvl5pPr>
          </a:lstStyle>
          <a:p>
            <a:pPr lvl="0"/>
            <a:r>
              <a:rPr lang="en-US"/>
              <a:t>Speaker Title or Email, </a:t>
            </a:r>
            <a:r>
              <a:rPr lang="en-US" err="1"/>
              <a:t>Roboto</a:t>
            </a:r>
            <a:r>
              <a:rPr lang="en-US"/>
              <a:t> Italic 21 Point</a:t>
            </a:r>
          </a:p>
        </p:txBody>
      </p:sp>
      <p:pic>
        <p:nvPicPr>
          <p:cNvPr id="15" name="Picture 1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4420" y="6006041"/>
            <a:ext cx="2464597" cy="85195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ig Idea slide">
    <p:bg>
      <p:bgPr>
        <a:solidFill>
          <a:schemeClr val="bg1">
            <a:alpha val="86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/>
          <p:cNvPicPr>
            <a:picLocks noChangeAspect="1"/>
          </p:cNvPicPr>
          <p:nvPr userDrawn="1"/>
        </p:nvPicPr>
        <p:blipFill>
          <a:blip r:embed="rId2">
            <a:alphaModFix amt="16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115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1" cy="6858000"/>
          </a:xfrm>
          <a:prstGeom prst="rect">
            <a:avLst/>
          </a:prstGeom>
          <a:gradFill>
            <a:gsLst>
              <a:gs pos="0">
                <a:schemeClr val="accent1"/>
              </a:gs>
              <a:gs pos="16000">
                <a:schemeClr val="accent2"/>
              </a:gs>
              <a:gs pos="0">
                <a:schemeClr val="accent1"/>
              </a:gs>
            </a:gsLst>
            <a:lin ang="16200000" scaled="1"/>
          </a:gradFill>
        </p:spPr>
      </p:pic>
      <p:sp>
        <p:nvSpPr>
          <p:cNvPr id="5" name="Triangle 4"/>
          <p:cNvSpPr/>
          <p:nvPr userDrawn="1"/>
        </p:nvSpPr>
        <p:spPr>
          <a:xfrm>
            <a:off x="-745" y="5497964"/>
            <a:ext cx="776067" cy="1360237"/>
          </a:xfrm>
          <a:custGeom>
            <a:avLst/>
            <a:gdLst>
              <a:gd name="connsiteX0" fmla="*/ 0 w 1060704"/>
              <a:gd name="connsiteY0" fmla="*/ 914400 h 914400"/>
              <a:gd name="connsiteX1" fmla="*/ 530352 w 1060704"/>
              <a:gd name="connsiteY1" fmla="*/ 0 h 914400"/>
              <a:gd name="connsiteX2" fmla="*/ 1060704 w 1060704"/>
              <a:gd name="connsiteY2" fmla="*/ 914400 h 914400"/>
              <a:gd name="connsiteX3" fmla="*/ 0 w 1060704"/>
              <a:gd name="connsiteY3" fmla="*/ 914400 h 914400"/>
              <a:gd name="connsiteX0" fmla="*/ 8662 w 1069366"/>
              <a:gd name="connsiteY0" fmla="*/ 1328286 h 1328286"/>
              <a:gd name="connsiteX1" fmla="*/ 0 w 1069366"/>
              <a:gd name="connsiteY1" fmla="*/ 0 h 1328286"/>
              <a:gd name="connsiteX2" fmla="*/ 1069366 w 1069366"/>
              <a:gd name="connsiteY2" fmla="*/ 1328286 h 1328286"/>
              <a:gd name="connsiteX3" fmla="*/ 8662 w 1069366"/>
              <a:gd name="connsiteY3" fmla="*/ 1328286 h 1328286"/>
              <a:gd name="connsiteX0" fmla="*/ 8662 w 578478"/>
              <a:gd name="connsiteY0" fmla="*/ 1328286 h 1337911"/>
              <a:gd name="connsiteX1" fmla="*/ 0 w 578478"/>
              <a:gd name="connsiteY1" fmla="*/ 0 h 1337911"/>
              <a:gd name="connsiteX2" fmla="*/ 578478 w 578478"/>
              <a:gd name="connsiteY2" fmla="*/ 1337911 h 1337911"/>
              <a:gd name="connsiteX3" fmla="*/ 8662 w 578478"/>
              <a:gd name="connsiteY3" fmla="*/ 1328286 h 1337911"/>
              <a:gd name="connsiteX0" fmla="*/ 8662 w 799859"/>
              <a:gd name="connsiteY0" fmla="*/ 1328286 h 1347537"/>
              <a:gd name="connsiteX1" fmla="*/ 0 w 799859"/>
              <a:gd name="connsiteY1" fmla="*/ 0 h 1347537"/>
              <a:gd name="connsiteX2" fmla="*/ 799859 w 799859"/>
              <a:gd name="connsiteY2" fmla="*/ 1347537 h 1347537"/>
              <a:gd name="connsiteX3" fmla="*/ 8662 w 799859"/>
              <a:gd name="connsiteY3" fmla="*/ 1328286 h 1347537"/>
              <a:gd name="connsiteX0" fmla="*/ 8662 w 758584"/>
              <a:gd name="connsiteY0" fmla="*/ 1328286 h 1328286"/>
              <a:gd name="connsiteX1" fmla="*/ 0 w 758584"/>
              <a:gd name="connsiteY1" fmla="*/ 0 h 1328286"/>
              <a:gd name="connsiteX2" fmla="*/ 758584 w 758584"/>
              <a:gd name="connsiteY2" fmla="*/ 1242762 h 1328286"/>
              <a:gd name="connsiteX3" fmla="*/ 8662 w 758584"/>
              <a:gd name="connsiteY3" fmla="*/ 1328286 h 1328286"/>
              <a:gd name="connsiteX0" fmla="*/ 8662 w 783984"/>
              <a:gd name="connsiteY0" fmla="*/ 1328286 h 1328487"/>
              <a:gd name="connsiteX1" fmla="*/ 0 w 783984"/>
              <a:gd name="connsiteY1" fmla="*/ 0 h 1328487"/>
              <a:gd name="connsiteX2" fmla="*/ 783984 w 783984"/>
              <a:gd name="connsiteY2" fmla="*/ 1328487 h 1328487"/>
              <a:gd name="connsiteX3" fmla="*/ 8662 w 783984"/>
              <a:gd name="connsiteY3" fmla="*/ 1328286 h 1328487"/>
              <a:gd name="connsiteX0" fmla="*/ 5487 w 780809"/>
              <a:gd name="connsiteY0" fmla="*/ 1347336 h 1347537"/>
              <a:gd name="connsiteX1" fmla="*/ 0 w 780809"/>
              <a:gd name="connsiteY1" fmla="*/ 0 h 1347537"/>
              <a:gd name="connsiteX2" fmla="*/ 780809 w 780809"/>
              <a:gd name="connsiteY2" fmla="*/ 1347537 h 1347537"/>
              <a:gd name="connsiteX3" fmla="*/ 5487 w 780809"/>
              <a:gd name="connsiteY3" fmla="*/ 1347336 h 1347537"/>
              <a:gd name="connsiteX0" fmla="*/ 5487 w 780809"/>
              <a:gd name="connsiteY0" fmla="*/ 1353686 h 1353887"/>
              <a:gd name="connsiteX1" fmla="*/ 0 w 780809"/>
              <a:gd name="connsiteY1" fmla="*/ 0 h 1353887"/>
              <a:gd name="connsiteX2" fmla="*/ 780809 w 780809"/>
              <a:gd name="connsiteY2" fmla="*/ 1353887 h 1353887"/>
              <a:gd name="connsiteX3" fmla="*/ 5487 w 780809"/>
              <a:gd name="connsiteY3" fmla="*/ 1353686 h 1353887"/>
              <a:gd name="connsiteX0" fmla="*/ 156 w 775478"/>
              <a:gd name="connsiteY0" fmla="*/ 1360036 h 1360237"/>
              <a:gd name="connsiteX1" fmla="*/ 32769 w 775478"/>
              <a:gd name="connsiteY1" fmla="*/ 0 h 1360237"/>
              <a:gd name="connsiteX2" fmla="*/ 775478 w 775478"/>
              <a:gd name="connsiteY2" fmla="*/ 1360237 h 1360237"/>
              <a:gd name="connsiteX3" fmla="*/ 156 w 775478"/>
              <a:gd name="connsiteY3" fmla="*/ 1360036 h 1360237"/>
              <a:gd name="connsiteX0" fmla="*/ 745 w 776067"/>
              <a:gd name="connsiteY0" fmla="*/ 1360036 h 1360237"/>
              <a:gd name="connsiteX1" fmla="*/ 1608 w 776067"/>
              <a:gd name="connsiteY1" fmla="*/ 0 h 1360237"/>
              <a:gd name="connsiteX2" fmla="*/ 776067 w 776067"/>
              <a:gd name="connsiteY2" fmla="*/ 1360237 h 1360237"/>
              <a:gd name="connsiteX3" fmla="*/ 745 w 776067"/>
              <a:gd name="connsiteY3" fmla="*/ 1360036 h 13602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76067" h="1360237">
                <a:moveTo>
                  <a:pt x="745" y="1360036"/>
                </a:moveTo>
                <a:cubicBezTo>
                  <a:pt x="-2142" y="917274"/>
                  <a:pt x="4495" y="442762"/>
                  <a:pt x="1608" y="0"/>
                </a:cubicBezTo>
                <a:lnTo>
                  <a:pt x="776067" y="1360237"/>
                </a:lnTo>
                <a:lnTo>
                  <a:pt x="745" y="1360036"/>
                </a:lnTo>
                <a:close/>
              </a:path>
            </a:pathLst>
          </a:custGeom>
          <a:solidFill>
            <a:srgbClr val="0432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95000"/>
              </a:lnSpc>
            </a:pPr>
            <a:endParaRPr lang="en-US" sz="2000" err="1">
              <a:latin typeface="+mj-lt"/>
            </a:endParaRPr>
          </a:p>
        </p:txBody>
      </p:sp>
      <p:sp>
        <p:nvSpPr>
          <p:cNvPr id="6" name="Rectangle 5"/>
          <p:cNvSpPr/>
          <p:nvPr userDrawn="1"/>
        </p:nvSpPr>
        <p:spPr>
          <a:xfrm>
            <a:off x="0" y="5151889"/>
            <a:ext cx="2197100" cy="1704975"/>
          </a:xfrm>
          <a:custGeom>
            <a:avLst/>
            <a:gdLst>
              <a:gd name="connsiteX0" fmla="*/ 0 w 914400"/>
              <a:gd name="connsiteY0" fmla="*/ 0 h 914400"/>
              <a:gd name="connsiteX1" fmla="*/ 914400 w 914400"/>
              <a:gd name="connsiteY1" fmla="*/ 0 h 914400"/>
              <a:gd name="connsiteX2" fmla="*/ 914400 w 914400"/>
              <a:gd name="connsiteY2" fmla="*/ 914400 h 914400"/>
              <a:gd name="connsiteX3" fmla="*/ 0 w 914400"/>
              <a:gd name="connsiteY3" fmla="*/ 914400 h 914400"/>
              <a:gd name="connsiteX4" fmla="*/ 0 w 914400"/>
              <a:gd name="connsiteY4" fmla="*/ 0 h 914400"/>
              <a:gd name="connsiteX0" fmla="*/ 0 w 914400"/>
              <a:gd name="connsiteY0" fmla="*/ 355600 h 1270000"/>
              <a:gd name="connsiteX1" fmla="*/ 0 w 914400"/>
              <a:gd name="connsiteY1" fmla="*/ 0 h 1270000"/>
              <a:gd name="connsiteX2" fmla="*/ 914400 w 914400"/>
              <a:gd name="connsiteY2" fmla="*/ 1270000 h 1270000"/>
              <a:gd name="connsiteX3" fmla="*/ 0 w 914400"/>
              <a:gd name="connsiteY3" fmla="*/ 1270000 h 1270000"/>
              <a:gd name="connsiteX4" fmla="*/ 0 w 914400"/>
              <a:gd name="connsiteY4" fmla="*/ 355600 h 1270000"/>
              <a:gd name="connsiteX0" fmla="*/ 0 w 914400"/>
              <a:gd name="connsiteY0" fmla="*/ 352425 h 1266825"/>
              <a:gd name="connsiteX1" fmla="*/ 3175 w 914400"/>
              <a:gd name="connsiteY1" fmla="*/ 0 h 1266825"/>
              <a:gd name="connsiteX2" fmla="*/ 914400 w 914400"/>
              <a:gd name="connsiteY2" fmla="*/ 1266825 h 1266825"/>
              <a:gd name="connsiteX3" fmla="*/ 0 w 914400"/>
              <a:gd name="connsiteY3" fmla="*/ 1266825 h 1266825"/>
              <a:gd name="connsiteX4" fmla="*/ 0 w 914400"/>
              <a:gd name="connsiteY4" fmla="*/ 352425 h 1266825"/>
              <a:gd name="connsiteX0" fmla="*/ 0 w 2197100"/>
              <a:gd name="connsiteY0" fmla="*/ 352425 h 1704975"/>
              <a:gd name="connsiteX1" fmla="*/ 3175 w 2197100"/>
              <a:gd name="connsiteY1" fmla="*/ 0 h 1704975"/>
              <a:gd name="connsiteX2" fmla="*/ 2197100 w 2197100"/>
              <a:gd name="connsiteY2" fmla="*/ 1704975 h 1704975"/>
              <a:gd name="connsiteX3" fmla="*/ 0 w 2197100"/>
              <a:gd name="connsiteY3" fmla="*/ 1266825 h 1704975"/>
              <a:gd name="connsiteX4" fmla="*/ 0 w 2197100"/>
              <a:gd name="connsiteY4" fmla="*/ 352425 h 1704975"/>
              <a:gd name="connsiteX0" fmla="*/ 0 w 2197100"/>
              <a:gd name="connsiteY0" fmla="*/ 352425 h 1704975"/>
              <a:gd name="connsiteX1" fmla="*/ 3175 w 2197100"/>
              <a:gd name="connsiteY1" fmla="*/ 0 h 1704975"/>
              <a:gd name="connsiteX2" fmla="*/ 2197100 w 2197100"/>
              <a:gd name="connsiteY2" fmla="*/ 1704975 h 1704975"/>
              <a:gd name="connsiteX3" fmla="*/ 771525 w 2197100"/>
              <a:gd name="connsiteY3" fmla="*/ 1698625 h 1704975"/>
              <a:gd name="connsiteX4" fmla="*/ 0 w 2197100"/>
              <a:gd name="connsiteY4" fmla="*/ 352425 h 1704975"/>
              <a:gd name="connsiteX0" fmla="*/ 0 w 2197100"/>
              <a:gd name="connsiteY0" fmla="*/ 352425 h 1704975"/>
              <a:gd name="connsiteX1" fmla="*/ 3175 w 2197100"/>
              <a:gd name="connsiteY1" fmla="*/ 0 h 1704975"/>
              <a:gd name="connsiteX2" fmla="*/ 2197100 w 2197100"/>
              <a:gd name="connsiteY2" fmla="*/ 1704975 h 1704975"/>
              <a:gd name="connsiteX3" fmla="*/ 771525 w 2197100"/>
              <a:gd name="connsiteY3" fmla="*/ 1701800 h 1704975"/>
              <a:gd name="connsiteX4" fmla="*/ 0 w 2197100"/>
              <a:gd name="connsiteY4" fmla="*/ 352425 h 1704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97100" h="1704975">
                <a:moveTo>
                  <a:pt x="0" y="352425"/>
                </a:moveTo>
                <a:cubicBezTo>
                  <a:pt x="1058" y="234950"/>
                  <a:pt x="2117" y="117475"/>
                  <a:pt x="3175" y="0"/>
                </a:cubicBezTo>
                <a:lnTo>
                  <a:pt x="2197100" y="1704975"/>
                </a:lnTo>
                <a:lnTo>
                  <a:pt x="771525" y="1701800"/>
                </a:lnTo>
                <a:lnTo>
                  <a:pt x="0" y="352425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5"/>
          <p:cNvSpPr/>
          <p:nvPr userDrawn="1"/>
        </p:nvSpPr>
        <p:spPr>
          <a:xfrm>
            <a:off x="5547870" y="1173204"/>
            <a:ext cx="6650458" cy="5684796"/>
          </a:xfrm>
          <a:custGeom>
            <a:avLst/>
            <a:gdLst>
              <a:gd name="connsiteX0" fmla="*/ 0 w 914400"/>
              <a:gd name="connsiteY0" fmla="*/ 0 h 914400"/>
              <a:gd name="connsiteX1" fmla="*/ 914400 w 914400"/>
              <a:gd name="connsiteY1" fmla="*/ 0 h 914400"/>
              <a:gd name="connsiteX2" fmla="*/ 914400 w 914400"/>
              <a:gd name="connsiteY2" fmla="*/ 914400 h 914400"/>
              <a:gd name="connsiteX3" fmla="*/ 0 w 914400"/>
              <a:gd name="connsiteY3" fmla="*/ 914400 h 914400"/>
              <a:gd name="connsiteX4" fmla="*/ 0 w 914400"/>
              <a:gd name="connsiteY4" fmla="*/ 0 h 914400"/>
              <a:gd name="connsiteX0" fmla="*/ 0 w 914400"/>
              <a:gd name="connsiteY0" fmla="*/ 355600 h 1270000"/>
              <a:gd name="connsiteX1" fmla="*/ 0 w 914400"/>
              <a:gd name="connsiteY1" fmla="*/ 0 h 1270000"/>
              <a:gd name="connsiteX2" fmla="*/ 914400 w 914400"/>
              <a:gd name="connsiteY2" fmla="*/ 1270000 h 1270000"/>
              <a:gd name="connsiteX3" fmla="*/ 0 w 914400"/>
              <a:gd name="connsiteY3" fmla="*/ 1270000 h 1270000"/>
              <a:gd name="connsiteX4" fmla="*/ 0 w 914400"/>
              <a:gd name="connsiteY4" fmla="*/ 355600 h 1270000"/>
              <a:gd name="connsiteX0" fmla="*/ 0 w 914400"/>
              <a:gd name="connsiteY0" fmla="*/ 352425 h 1266825"/>
              <a:gd name="connsiteX1" fmla="*/ 3175 w 914400"/>
              <a:gd name="connsiteY1" fmla="*/ 0 h 1266825"/>
              <a:gd name="connsiteX2" fmla="*/ 914400 w 914400"/>
              <a:gd name="connsiteY2" fmla="*/ 1266825 h 1266825"/>
              <a:gd name="connsiteX3" fmla="*/ 0 w 914400"/>
              <a:gd name="connsiteY3" fmla="*/ 1266825 h 1266825"/>
              <a:gd name="connsiteX4" fmla="*/ 0 w 914400"/>
              <a:gd name="connsiteY4" fmla="*/ 352425 h 1266825"/>
              <a:gd name="connsiteX0" fmla="*/ 0 w 2197100"/>
              <a:gd name="connsiteY0" fmla="*/ 352425 h 1704975"/>
              <a:gd name="connsiteX1" fmla="*/ 3175 w 2197100"/>
              <a:gd name="connsiteY1" fmla="*/ 0 h 1704975"/>
              <a:gd name="connsiteX2" fmla="*/ 2197100 w 2197100"/>
              <a:gd name="connsiteY2" fmla="*/ 1704975 h 1704975"/>
              <a:gd name="connsiteX3" fmla="*/ 0 w 2197100"/>
              <a:gd name="connsiteY3" fmla="*/ 1266825 h 1704975"/>
              <a:gd name="connsiteX4" fmla="*/ 0 w 2197100"/>
              <a:gd name="connsiteY4" fmla="*/ 352425 h 1704975"/>
              <a:gd name="connsiteX0" fmla="*/ 0 w 2197100"/>
              <a:gd name="connsiteY0" fmla="*/ 352425 h 1704975"/>
              <a:gd name="connsiteX1" fmla="*/ 3175 w 2197100"/>
              <a:gd name="connsiteY1" fmla="*/ 0 h 1704975"/>
              <a:gd name="connsiteX2" fmla="*/ 2197100 w 2197100"/>
              <a:gd name="connsiteY2" fmla="*/ 1704975 h 1704975"/>
              <a:gd name="connsiteX3" fmla="*/ 771525 w 2197100"/>
              <a:gd name="connsiteY3" fmla="*/ 1698625 h 1704975"/>
              <a:gd name="connsiteX4" fmla="*/ 0 w 2197100"/>
              <a:gd name="connsiteY4" fmla="*/ 352425 h 1704975"/>
              <a:gd name="connsiteX0" fmla="*/ 0 w 2197100"/>
              <a:gd name="connsiteY0" fmla="*/ 352425 h 1704975"/>
              <a:gd name="connsiteX1" fmla="*/ 3175 w 2197100"/>
              <a:gd name="connsiteY1" fmla="*/ 0 h 1704975"/>
              <a:gd name="connsiteX2" fmla="*/ 2197100 w 2197100"/>
              <a:gd name="connsiteY2" fmla="*/ 1704975 h 1704975"/>
              <a:gd name="connsiteX3" fmla="*/ 771525 w 2197100"/>
              <a:gd name="connsiteY3" fmla="*/ 1701800 h 1704975"/>
              <a:gd name="connsiteX4" fmla="*/ 0 w 2197100"/>
              <a:gd name="connsiteY4" fmla="*/ 352425 h 1704975"/>
              <a:gd name="connsiteX0" fmla="*/ 0 w 4229735"/>
              <a:gd name="connsiteY0" fmla="*/ 3888105 h 5240655"/>
              <a:gd name="connsiteX1" fmla="*/ 4229735 w 4229735"/>
              <a:gd name="connsiteY1" fmla="*/ 0 h 5240655"/>
              <a:gd name="connsiteX2" fmla="*/ 2197100 w 4229735"/>
              <a:gd name="connsiteY2" fmla="*/ 5240655 h 5240655"/>
              <a:gd name="connsiteX3" fmla="*/ 771525 w 4229735"/>
              <a:gd name="connsiteY3" fmla="*/ 5237480 h 5240655"/>
              <a:gd name="connsiteX4" fmla="*/ 0 w 4229735"/>
              <a:gd name="connsiteY4" fmla="*/ 3888105 h 5240655"/>
              <a:gd name="connsiteX0" fmla="*/ 2418715 w 6648450"/>
              <a:gd name="connsiteY0" fmla="*/ 3888105 h 5240655"/>
              <a:gd name="connsiteX1" fmla="*/ 6648450 w 6648450"/>
              <a:gd name="connsiteY1" fmla="*/ 0 h 5240655"/>
              <a:gd name="connsiteX2" fmla="*/ 4615815 w 6648450"/>
              <a:gd name="connsiteY2" fmla="*/ 5240655 h 5240655"/>
              <a:gd name="connsiteX3" fmla="*/ 0 w 6648450"/>
              <a:gd name="connsiteY3" fmla="*/ 5227320 h 5240655"/>
              <a:gd name="connsiteX4" fmla="*/ 2418715 w 6648450"/>
              <a:gd name="connsiteY4" fmla="*/ 3888105 h 5240655"/>
              <a:gd name="connsiteX0" fmla="*/ 2439035 w 6648450"/>
              <a:gd name="connsiteY0" fmla="*/ 4761865 h 5240655"/>
              <a:gd name="connsiteX1" fmla="*/ 6648450 w 6648450"/>
              <a:gd name="connsiteY1" fmla="*/ 0 h 5240655"/>
              <a:gd name="connsiteX2" fmla="*/ 4615815 w 6648450"/>
              <a:gd name="connsiteY2" fmla="*/ 5240655 h 5240655"/>
              <a:gd name="connsiteX3" fmla="*/ 0 w 6648450"/>
              <a:gd name="connsiteY3" fmla="*/ 5227320 h 5240655"/>
              <a:gd name="connsiteX4" fmla="*/ 2439035 w 6648450"/>
              <a:gd name="connsiteY4" fmla="*/ 4761865 h 5240655"/>
              <a:gd name="connsiteX0" fmla="*/ 1006475 w 6648450"/>
              <a:gd name="connsiteY0" fmla="*/ 4863465 h 5240655"/>
              <a:gd name="connsiteX1" fmla="*/ 6648450 w 6648450"/>
              <a:gd name="connsiteY1" fmla="*/ 0 h 5240655"/>
              <a:gd name="connsiteX2" fmla="*/ 4615815 w 6648450"/>
              <a:gd name="connsiteY2" fmla="*/ 5240655 h 5240655"/>
              <a:gd name="connsiteX3" fmla="*/ 0 w 6648450"/>
              <a:gd name="connsiteY3" fmla="*/ 5227320 h 5240655"/>
              <a:gd name="connsiteX4" fmla="*/ 1006475 w 6648450"/>
              <a:gd name="connsiteY4" fmla="*/ 4863465 h 5240655"/>
              <a:gd name="connsiteX0" fmla="*/ 1047726 w 6689701"/>
              <a:gd name="connsiteY0" fmla="*/ 4863465 h 5241071"/>
              <a:gd name="connsiteX1" fmla="*/ 6689701 w 6689701"/>
              <a:gd name="connsiteY1" fmla="*/ 0 h 5241071"/>
              <a:gd name="connsiteX2" fmla="*/ 4657066 w 6689701"/>
              <a:gd name="connsiteY2" fmla="*/ 5240655 h 5241071"/>
              <a:gd name="connsiteX3" fmla="*/ 0 w 6689701"/>
              <a:gd name="connsiteY3" fmla="*/ 5241071 h 5241071"/>
              <a:gd name="connsiteX4" fmla="*/ 1047726 w 6689701"/>
              <a:gd name="connsiteY4" fmla="*/ 4863465 h 5241071"/>
              <a:gd name="connsiteX0" fmla="*/ 1047726 w 6689701"/>
              <a:gd name="connsiteY0" fmla="*/ 4864273 h 5241879"/>
              <a:gd name="connsiteX1" fmla="*/ 1064227 w 6689701"/>
              <a:gd name="connsiteY1" fmla="*/ 4840402 h 5241879"/>
              <a:gd name="connsiteX2" fmla="*/ 6689701 w 6689701"/>
              <a:gd name="connsiteY2" fmla="*/ 808 h 5241879"/>
              <a:gd name="connsiteX3" fmla="*/ 4657066 w 6689701"/>
              <a:gd name="connsiteY3" fmla="*/ 5241463 h 5241879"/>
              <a:gd name="connsiteX4" fmla="*/ 0 w 6689701"/>
              <a:gd name="connsiteY4" fmla="*/ 5241879 h 5241879"/>
              <a:gd name="connsiteX5" fmla="*/ 1047726 w 6689701"/>
              <a:gd name="connsiteY5" fmla="*/ 4864273 h 5241879"/>
              <a:gd name="connsiteX0" fmla="*/ 882722 w 6689701"/>
              <a:gd name="connsiteY0" fmla="*/ 4933025 h 5241879"/>
              <a:gd name="connsiteX1" fmla="*/ 1064227 w 6689701"/>
              <a:gd name="connsiteY1" fmla="*/ 4840402 h 5241879"/>
              <a:gd name="connsiteX2" fmla="*/ 6689701 w 6689701"/>
              <a:gd name="connsiteY2" fmla="*/ 808 h 5241879"/>
              <a:gd name="connsiteX3" fmla="*/ 4657066 w 6689701"/>
              <a:gd name="connsiteY3" fmla="*/ 5241463 h 5241879"/>
              <a:gd name="connsiteX4" fmla="*/ 0 w 6689701"/>
              <a:gd name="connsiteY4" fmla="*/ 5241879 h 5241879"/>
              <a:gd name="connsiteX5" fmla="*/ 882722 w 6689701"/>
              <a:gd name="connsiteY5" fmla="*/ 4933025 h 5241879"/>
              <a:gd name="connsiteX0" fmla="*/ 882722 w 6689701"/>
              <a:gd name="connsiteY0" fmla="*/ 4933886 h 5242740"/>
              <a:gd name="connsiteX1" fmla="*/ 3360540 w 6689701"/>
              <a:gd name="connsiteY1" fmla="*/ 2703079 h 5242740"/>
              <a:gd name="connsiteX2" fmla="*/ 6689701 w 6689701"/>
              <a:gd name="connsiteY2" fmla="*/ 1669 h 5242740"/>
              <a:gd name="connsiteX3" fmla="*/ 4657066 w 6689701"/>
              <a:gd name="connsiteY3" fmla="*/ 5242324 h 5242740"/>
              <a:gd name="connsiteX4" fmla="*/ 0 w 6689701"/>
              <a:gd name="connsiteY4" fmla="*/ 5242740 h 5242740"/>
              <a:gd name="connsiteX5" fmla="*/ 882722 w 6689701"/>
              <a:gd name="connsiteY5" fmla="*/ 4933886 h 5242740"/>
              <a:gd name="connsiteX0" fmla="*/ 882722 w 6689701"/>
              <a:gd name="connsiteY0" fmla="*/ 4933945 h 5242799"/>
              <a:gd name="connsiteX1" fmla="*/ 3360540 w 6689701"/>
              <a:gd name="connsiteY1" fmla="*/ 2703138 h 5242799"/>
              <a:gd name="connsiteX2" fmla="*/ 6689701 w 6689701"/>
              <a:gd name="connsiteY2" fmla="*/ 1728 h 5242799"/>
              <a:gd name="connsiteX3" fmla="*/ 4657066 w 6689701"/>
              <a:gd name="connsiteY3" fmla="*/ 5242383 h 5242799"/>
              <a:gd name="connsiteX4" fmla="*/ 0 w 6689701"/>
              <a:gd name="connsiteY4" fmla="*/ 5242799 h 5242799"/>
              <a:gd name="connsiteX5" fmla="*/ 882722 w 6689701"/>
              <a:gd name="connsiteY5" fmla="*/ 4933945 h 5242799"/>
              <a:gd name="connsiteX0" fmla="*/ 882722 w 6951586"/>
              <a:gd name="connsiteY0" fmla="*/ 5684542 h 5993396"/>
              <a:gd name="connsiteX1" fmla="*/ 6653755 w 6951586"/>
              <a:gd name="connsiteY1" fmla="*/ 311775 h 5993396"/>
              <a:gd name="connsiteX2" fmla="*/ 6689701 w 6951586"/>
              <a:gd name="connsiteY2" fmla="*/ 752325 h 5993396"/>
              <a:gd name="connsiteX3" fmla="*/ 4657066 w 6951586"/>
              <a:gd name="connsiteY3" fmla="*/ 5992980 h 5993396"/>
              <a:gd name="connsiteX4" fmla="*/ 0 w 6951586"/>
              <a:gd name="connsiteY4" fmla="*/ 5993396 h 5993396"/>
              <a:gd name="connsiteX5" fmla="*/ 882722 w 6951586"/>
              <a:gd name="connsiteY5" fmla="*/ 5684542 h 5993396"/>
              <a:gd name="connsiteX0" fmla="*/ 882722 w 6689701"/>
              <a:gd name="connsiteY0" fmla="*/ 5372767 h 5681621"/>
              <a:gd name="connsiteX1" fmla="*/ 6653755 w 6689701"/>
              <a:gd name="connsiteY1" fmla="*/ 0 h 5681621"/>
              <a:gd name="connsiteX2" fmla="*/ 6689701 w 6689701"/>
              <a:gd name="connsiteY2" fmla="*/ 440550 h 5681621"/>
              <a:gd name="connsiteX3" fmla="*/ 4657066 w 6689701"/>
              <a:gd name="connsiteY3" fmla="*/ 5681205 h 5681621"/>
              <a:gd name="connsiteX4" fmla="*/ 0 w 6689701"/>
              <a:gd name="connsiteY4" fmla="*/ 5681621 h 5681621"/>
              <a:gd name="connsiteX5" fmla="*/ 882722 w 6689701"/>
              <a:gd name="connsiteY5" fmla="*/ 5372767 h 5681621"/>
              <a:gd name="connsiteX0" fmla="*/ 882722 w 6692133"/>
              <a:gd name="connsiteY0" fmla="*/ 5372767 h 5681621"/>
              <a:gd name="connsiteX1" fmla="*/ 6653755 w 6692133"/>
              <a:gd name="connsiteY1" fmla="*/ 0 h 5681621"/>
              <a:gd name="connsiteX2" fmla="*/ 6689701 w 6692133"/>
              <a:gd name="connsiteY2" fmla="*/ 440550 h 5681621"/>
              <a:gd name="connsiteX3" fmla="*/ 4657066 w 6692133"/>
              <a:gd name="connsiteY3" fmla="*/ 5681205 h 5681621"/>
              <a:gd name="connsiteX4" fmla="*/ 0 w 6692133"/>
              <a:gd name="connsiteY4" fmla="*/ 5681621 h 5681621"/>
              <a:gd name="connsiteX5" fmla="*/ 882722 w 6692133"/>
              <a:gd name="connsiteY5" fmla="*/ 5372767 h 5681621"/>
              <a:gd name="connsiteX0" fmla="*/ 882722 w 6653957"/>
              <a:gd name="connsiteY0" fmla="*/ 5372767 h 5681621"/>
              <a:gd name="connsiteX1" fmla="*/ 6653755 w 6653957"/>
              <a:gd name="connsiteY1" fmla="*/ 0 h 5681621"/>
              <a:gd name="connsiteX2" fmla="*/ 6545322 w 6653957"/>
              <a:gd name="connsiteY2" fmla="*/ 536803 h 5681621"/>
              <a:gd name="connsiteX3" fmla="*/ 4657066 w 6653957"/>
              <a:gd name="connsiteY3" fmla="*/ 5681205 h 5681621"/>
              <a:gd name="connsiteX4" fmla="*/ 0 w 6653957"/>
              <a:gd name="connsiteY4" fmla="*/ 5681621 h 5681621"/>
              <a:gd name="connsiteX5" fmla="*/ 882722 w 6653957"/>
              <a:gd name="connsiteY5" fmla="*/ 5372767 h 5681621"/>
              <a:gd name="connsiteX0" fmla="*/ 882722 w 6661976"/>
              <a:gd name="connsiteY0" fmla="*/ 5372767 h 5681621"/>
              <a:gd name="connsiteX1" fmla="*/ 6653755 w 6661976"/>
              <a:gd name="connsiteY1" fmla="*/ 0 h 5681621"/>
              <a:gd name="connsiteX2" fmla="*/ 6655325 w 6661976"/>
              <a:gd name="connsiteY2" fmla="*/ 474927 h 5681621"/>
              <a:gd name="connsiteX3" fmla="*/ 4657066 w 6661976"/>
              <a:gd name="connsiteY3" fmla="*/ 5681205 h 5681621"/>
              <a:gd name="connsiteX4" fmla="*/ 0 w 6661976"/>
              <a:gd name="connsiteY4" fmla="*/ 5681621 h 5681621"/>
              <a:gd name="connsiteX5" fmla="*/ 882722 w 6661976"/>
              <a:gd name="connsiteY5" fmla="*/ 5372767 h 5681621"/>
              <a:gd name="connsiteX0" fmla="*/ 882722 w 6655325"/>
              <a:gd name="connsiteY0" fmla="*/ 5372767 h 5681621"/>
              <a:gd name="connsiteX1" fmla="*/ 6653755 w 6655325"/>
              <a:gd name="connsiteY1" fmla="*/ 0 h 5681621"/>
              <a:gd name="connsiteX2" fmla="*/ 6655325 w 6655325"/>
              <a:gd name="connsiteY2" fmla="*/ 474927 h 5681621"/>
              <a:gd name="connsiteX3" fmla="*/ 4657066 w 6655325"/>
              <a:gd name="connsiteY3" fmla="*/ 5681205 h 5681621"/>
              <a:gd name="connsiteX4" fmla="*/ 0 w 6655325"/>
              <a:gd name="connsiteY4" fmla="*/ 5681621 h 5681621"/>
              <a:gd name="connsiteX5" fmla="*/ 882722 w 6655325"/>
              <a:gd name="connsiteY5" fmla="*/ 5372767 h 5681621"/>
              <a:gd name="connsiteX0" fmla="*/ 882722 w 6656251"/>
              <a:gd name="connsiteY0" fmla="*/ 5372767 h 5681621"/>
              <a:gd name="connsiteX1" fmla="*/ 6653755 w 6656251"/>
              <a:gd name="connsiteY1" fmla="*/ 0 h 5681621"/>
              <a:gd name="connsiteX2" fmla="*/ 6655325 w 6656251"/>
              <a:gd name="connsiteY2" fmla="*/ 474927 h 5681621"/>
              <a:gd name="connsiteX3" fmla="*/ 4657066 w 6656251"/>
              <a:gd name="connsiteY3" fmla="*/ 5681205 h 5681621"/>
              <a:gd name="connsiteX4" fmla="*/ 0 w 6656251"/>
              <a:gd name="connsiteY4" fmla="*/ 5681621 h 5681621"/>
              <a:gd name="connsiteX5" fmla="*/ 882722 w 6656251"/>
              <a:gd name="connsiteY5" fmla="*/ 5372767 h 5681621"/>
              <a:gd name="connsiteX0" fmla="*/ 882722 w 6656251"/>
              <a:gd name="connsiteY0" fmla="*/ 5372767 h 5681621"/>
              <a:gd name="connsiteX1" fmla="*/ 6653755 w 6656251"/>
              <a:gd name="connsiteY1" fmla="*/ 0 h 5681621"/>
              <a:gd name="connsiteX2" fmla="*/ 6655325 w 6656251"/>
              <a:gd name="connsiteY2" fmla="*/ 474927 h 5681621"/>
              <a:gd name="connsiteX3" fmla="*/ 4657066 w 6656251"/>
              <a:gd name="connsiteY3" fmla="*/ 5681205 h 5681621"/>
              <a:gd name="connsiteX4" fmla="*/ 0 w 6656251"/>
              <a:gd name="connsiteY4" fmla="*/ 5681621 h 5681621"/>
              <a:gd name="connsiteX5" fmla="*/ 882722 w 6656251"/>
              <a:gd name="connsiteY5" fmla="*/ 5372767 h 5681621"/>
              <a:gd name="connsiteX0" fmla="*/ 882722 w 6661525"/>
              <a:gd name="connsiteY0" fmla="*/ 5375942 h 5684796"/>
              <a:gd name="connsiteX1" fmla="*/ 6660105 w 6661525"/>
              <a:gd name="connsiteY1" fmla="*/ 0 h 5684796"/>
              <a:gd name="connsiteX2" fmla="*/ 6655325 w 6661525"/>
              <a:gd name="connsiteY2" fmla="*/ 478102 h 5684796"/>
              <a:gd name="connsiteX3" fmla="*/ 4657066 w 6661525"/>
              <a:gd name="connsiteY3" fmla="*/ 5684380 h 5684796"/>
              <a:gd name="connsiteX4" fmla="*/ 0 w 6661525"/>
              <a:gd name="connsiteY4" fmla="*/ 5684796 h 5684796"/>
              <a:gd name="connsiteX5" fmla="*/ 882722 w 6661525"/>
              <a:gd name="connsiteY5" fmla="*/ 5375942 h 5684796"/>
              <a:gd name="connsiteX0" fmla="*/ 882722 w 6660105"/>
              <a:gd name="connsiteY0" fmla="*/ 5375942 h 5684796"/>
              <a:gd name="connsiteX1" fmla="*/ 6660105 w 6660105"/>
              <a:gd name="connsiteY1" fmla="*/ 0 h 5684796"/>
              <a:gd name="connsiteX2" fmla="*/ 6655325 w 6660105"/>
              <a:gd name="connsiteY2" fmla="*/ 478102 h 5684796"/>
              <a:gd name="connsiteX3" fmla="*/ 4657066 w 6660105"/>
              <a:gd name="connsiteY3" fmla="*/ 5684380 h 5684796"/>
              <a:gd name="connsiteX4" fmla="*/ 0 w 6660105"/>
              <a:gd name="connsiteY4" fmla="*/ 5684796 h 5684796"/>
              <a:gd name="connsiteX5" fmla="*/ 882722 w 6660105"/>
              <a:gd name="connsiteY5" fmla="*/ 5375942 h 5684796"/>
              <a:gd name="connsiteX0" fmla="*/ 882722 w 6661675"/>
              <a:gd name="connsiteY0" fmla="*/ 5375942 h 5684796"/>
              <a:gd name="connsiteX1" fmla="*/ 6660105 w 6661675"/>
              <a:gd name="connsiteY1" fmla="*/ 0 h 5684796"/>
              <a:gd name="connsiteX2" fmla="*/ 6661675 w 6661675"/>
              <a:gd name="connsiteY2" fmla="*/ 468577 h 5684796"/>
              <a:gd name="connsiteX3" fmla="*/ 4657066 w 6661675"/>
              <a:gd name="connsiteY3" fmla="*/ 5684380 h 5684796"/>
              <a:gd name="connsiteX4" fmla="*/ 0 w 6661675"/>
              <a:gd name="connsiteY4" fmla="*/ 5684796 h 5684796"/>
              <a:gd name="connsiteX5" fmla="*/ 882722 w 6661675"/>
              <a:gd name="connsiteY5" fmla="*/ 5375942 h 5684796"/>
              <a:gd name="connsiteX0" fmla="*/ 882722 w 6661675"/>
              <a:gd name="connsiteY0" fmla="*/ 5375942 h 5684796"/>
              <a:gd name="connsiteX1" fmla="*/ 6660105 w 6661675"/>
              <a:gd name="connsiteY1" fmla="*/ 0 h 5684796"/>
              <a:gd name="connsiteX2" fmla="*/ 6661675 w 6661675"/>
              <a:gd name="connsiteY2" fmla="*/ 468577 h 5684796"/>
              <a:gd name="connsiteX3" fmla="*/ 4657066 w 6661675"/>
              <a:gd name="connsiteY3" fmla="*/ 5684380 h 5684796"/>
              <a:gd name="connsiteX4" fmla="*/ 0 w 6661675"/>
              <a:gd name="connsiteY4" fmla="*/ 5684796 h 5684796"/>
              <a:gd name="connsiteX5" fmla="*/ 882722 w 6661675"/>
              <a:gd name="connsiteY5" fmla="*/ 5375942 h 5684796"/>
              <a:gd name="connsiteX0" fmla="*/ 882722 w 6661675"/>
              <a:gd name="connsiteY0" fmla="*/ 5375942 h 5684796"/>
              <a:gd name="connsiteX1" fmla="*/ 6660105 w 6661675"/>
              <a:gd name="connsiteY1" fmla="*/ 0 h 5684796"/>
              <a:gd name="connsiteX2" fmla="*/ 6661675 w 6661675"/>
              <a:gd name="connsiteY2" fmla="*/ 468577 h 5684796"/>
              <a:gd name="connsiteX3" fmla="*/ 4657066 w 6661675"/>
              <a:gd name="connsiteY3" fmla="*/ 5684380 h 5684796"/>
              <a:gd name="connsiteX4" fmla="*/ 0 w 6661675"/>
              <a:gd name="connsiteY4" fmla="*/ 5684796 h 5684796"/>
              <a:gd name="connsiteX5" fmla="*/ 882722 w 6661675"/>
              <a:gd name="connsiteY5" fmla="*/ 5375942 h 5684796"/>
              <a:gd name="connsiteX0" fmla="*/ 882722 w 6661675"/>
              <a:gd name="connsiteY0" fmla="*/ 5375942 h 5684796"/>
              <a:gd name="connsiteX1" fmla="*/ 6660105 w 6661675"/>
              <a:gd name="connsiteY1" fmla="*/ 0 h 5684796"/>
              <a:gd name="connsiteX2" fmla="*/ 6661675 w 6661675"/>
              <a:gd name="connsiteY2" fmla="*/ 468577 h 5684796"/>
              <a:gd name="connsiteX3" fmla="*/ 4657066 w 6661675"/>
              <a:gd name="connsiteY3" fmla="*/ 5684380 h 5684796"/>
              <a:gd name="connsiteX4" fmla="*/ 0 w 6661675"/>
              <a:gd name="connsiteY4" fmla="*/ 5684796 h 5684796"/>
              <a:gd name="connsiteX5" fmla="*/ 882722 w 6661675"/>
              <a:gd name="connsiteY5" fmla="*/ 5375942 h 5684796"/>
              <a:gd name="connsiteX0" fmla="*/ 882722 w 6661675"/>
              <a:gd name="connsiteY0" fmla="*/ 5375942 h 5684796"/>
              <a:gd name="connsiteX1" fmla="*/ 6660105 w 6661675"/>
              <a:gd name="connsiteY1" fmla="*/ 0 h 5684796"/>
              <a:gd name="connsiteX2" fmla="*/ 6661675 w 6661675"/>
              <a:gd name="connsiteY2" fmla="*/ 468577 h 5684796"/>
              <a:gd name="connsiteX3" fmla="*/ 6650458 w 6661675"/>
              <a:gd name="connsiteY3" fmla="*/ 5684380 h 5684796"/>
              <a:gd name="connsiteX4" fmla="*/ 0 w 6661675"/>
              <a:gd name="connsiteY4" fmla="*/ 5684796 h 5684796"/>
              <a:gd name="connsiteX5" fmla="*/ 882722 w 6661675"/>
              <a:gd name="connsiteY5" fmla="*/ 5375942 h 5684796"/>
              <a:gd name="connsiteX0" fmla="*/ 882722 w 6660105"/>
              <a:gd name="connsiteY0" fmla="*/ 5375942 h 5684796"/>
              <a:gd name="connsiteX1" fmla="*/ 6660105 w 6660105"/>
              <a:gd name="connsiteY1" fmla="*/ 0 h 5684796"/>
              <a:gd name="connsiteX2" fmla="*/ 6648975 w 6660105"/>
              <a:gd name="connsiteY2" fmla="*/ 474927 h 5684796"/>
              <a:gd name="connsiteX3" fmla="*/ 6650458 w 6660105"/>
              <a:gd name="connsiteY3" fmla="*/ 5684380 h 5684796"/>
              <a:gd name="connsiteX4" fmla="*/ 0 w 6660105"/>
              <a:gd name="connsiteY4" fmla="*/ 5684796 h 5684796"/>
              <a:gd name="connsiteX5" fmla="*/ 882722 w 6660105"/>
              <a:gd name="connsiteY5" fmla="*/ 5375942 h 5684796"/>
              <a:gd name="connsiteX0" fmla="*/ 882722 w 6650458"/>
              <a:gd name="connsiteY0" fmla="*/ 5375942 h 5684796"/>
              <a:gd name="connsiteX1" fmla="*/ 6647405 w 6650458"/>
              <a:gd name="connsiteY1" fmla="*/ 0 h 5684796"/>
              <a:gd name="connsiteX2" fmla="*/ 6648975 w 6650458"/>
              <a:gd name="connsiteY2" fmla="*/ 474927 h 5684796"/>
              <a:gd name="connsiteX3" fmla="*/ 6650458 w 6650458"/>
              <a:gd name="connsiteY3" fmla="*/ 5684380 h 5684796"/>
              <a:gd name="connsiteX4" fmla="*/ 0 w 6650458"/>
              <a:gd name="connsiteY4" fmla="*/ 5684796 h 5684796"/>
              <a:gd name="connsiteX5" fmla="*/ 882722 w 6650458"/>
              <a:gd name="connsiteY5" fmla="*/ 5375942 h 56847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650458" h="5684796">
                <a:moveTo>
                  <a:pt x="882722" y="5375942"/>
                </a:moveTo>
                <a:cubicBezTo>
                  <a:pt x="1060093" y="5309029"/>
                  <a:pt x="5653101" y="899477"/>
                  <a:pt x="6647405" y="0"/>
                </a:cubicBezTo>
                <a:cubicBezTo>
                  <a:pt x="6643182" y="184797"/>
                  <a:pt x="6647717" y="137848"/>
                  <a:pt x="6648975" y="474927"/>
                </a:cubicBezTo>
                <a:cubicBezTo>
                  <a:pt x="6649469" y="2211411"/>
                  <a:pt x="6649964" y="3947896"/>
                  <a:pt x="6650458" y="5684380"/>
                </a:cubicBezTo>
                <a:lnTo>
                  <a:pt x="0" y="5684796"/>
                </a:lnTo>
                <a:lnTo>
                  <a:pt x="882722" y="537594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riangle 4"/>
          <p:cNvSpPr/>
          <p:nvPr userDrawn="1"/>
        </p:nvSpPr>
        <p:spPr>
          <a:xfrm flipH="1" flipV="1">
            <a:off x="9598295" y="545"/>
            <a:ext cx="2590529" cy="3099495"/>
          </a:xfrm>
          <a:custGeom>
            <a:avLst/>
            <a:gdLst>
              <a:gd name="connsiteX0" fmla="*/ 0 w 1060704"/>
              <a:gd name="connsiteY0" fmla="*/ 914400 h 914400"/>
              <a:gd name="connsiteX1" fmla="*/ 530352 w 1060704"/>
              <a:gd name="connsiteY1" fmla="*/ 0 h 914400"/>
              <a:gd name="connsiteX2" fmla="*/ 1060704 w 1060704"/>
              <a:gd name="connsiteY2" fmla="*/ 914400 h 914400"/>
              <a:gd name="connsiteX3" fmla="*/ 0 w 1060704"/>
              <a:gd name="connsiteY3" fmla="*/ 914400 h 914400"/>
              <a:gd name="connsiteX0" fmla="*/ 8662 w 1069366"/>
              <a:gd name="connsiteY0" fmla="*/ 1328286 h 1328286"/>
              <a:gd name="connsiteX1" fmla="*/ 0 w 1069366"/>
              <a:gd name="connsiteY1" fmla="*/ 0 h 1328286"/>
              <a:gd name="connsiteX2" fmla="*/ 1069366 w 1069366"/>
              <a:gd name="connsiteY2" fmla="*/ 1328286 h 1328286"/>
              <a:gd name="connsiteX3" fmla="*/ 8662 w 1069366"/>
              <a:gd name="connsiteY3" fmla="*/ 1328286 h 1328286"/>
              <a:gd name="connsiteX0" fmla="*/ 8662 w 578478"/>
              <a:gd name="connsiteY0" fmla="*/ 1328286 h 1337911"/>
              <a:gd name="connsiteX1" fmla="*/ 0 w 578478"/>
              <a:gd name="connsiteY1" fmla="*/ 0 h 1337911"/>
              <a:gd name="connsiteX2" fmla="*/ 578478 w 578478"/>
              <a:gd name="connsiteY2" fmla="*/ 1337911 h 1337911"/>
              <a:gd name="connsiteX3" fmla="*/ 8662 w 578478"/>
              <a:gd name="connsiteY3" fmla="*/ 1328286 h 1337911"/>
              <a:gd name="connsiteX0" fmla="*/ 8662 w 799859"/>
              <a:gd name="connsiteY0" fmla="*/ 1328286 h 1347537"/>
              <a:gd name="connsiteX1" fmla="*/ 0 w 799859"/>
              <a:gd name="connsiteY1" fmla="*/ 0 h 1347537"/>
              <a:gd name="connsiteX2" fmla="*/ 799859 w 799859"/>
              <a:gd name="connsiteY2" fmla="*/ 1347537 h 1347537"/>
              <a:gd name="connsiteX3" fmla="*/ 8662 w 799859"/>
              <a:gd name="connsiteY3" fmla="*/ 1328286 h 1347537"/>
              <a:gd name="connsiteX0" fmla="*/ 8662 w 758584"/>
              <a:gd name="connsiteY0" fmla="*/ 1328286 h 1328286"/>
              <a:gd name="connsiteX1" fmla="*/ 0 w 758584"/>
              <a:gd name="connsiteY1" fmla="*/ 0 h 1328286"/>
              <a:gd name="connsiteX2" fmla="*/ 758584 w 758584"/>
              <a:gd name="connsiteY2" fmla="*/ 1242762 h 1328286"/>
              <a:gd name="connsiteX3" fmla="*/ 8662 w 758584"/>
              <a:gd name="connsiteY3" fmla="*/ 1328286 h 1328286"/>
              <a:gd name="connsiteX0" fmla="*/ 8662 w 783984"/>
              <a:gd name="connsiteY0" fmla="*/ 1328286 h 1328487"/>
              <a:gd name="connsiteX1" fmla="*/ 0 w 783984"/>
              <a:gd name="connsiteY1" fmla="*/ 0 h 1328487"/>
              <a:gd name="connsiteX2" fmla="*/ 783984 w 783984"/>
              <a:gd name="connsiteY2" fmla="*/ 1328487 h 1328487"/>
              <a:gd name="connsiteX3" fmla="*/ 8662 w 783984"/>
              <a:gd name="connsiteY3" fmla="*/ 1328286 h 1328487"/>
              <a:gd name="connsiteX0" fmla="*/ 5487 w 780809"/>
              <a:gd name="connsiteY0" fmla="*/ 1347336 h 1347537"/>
              <a:gd name="connsiteX1" fmla="*/ 0 w 780809"/>
              <a:gd name="connsiteY1" fmla="*/ 0 h 1347537"/>
              <a:gd name="connsiteX2" fmla="*/ 780809 w 780809"/>
              <a:gd name="connsiteY2" fmla="*/ 1347537 h 1347537"/>
              <a:gd name="connsiteX3" fmla="*/ 5487 w 780809"/>
              <a:gd name="connsiteY3" fmla="*/ 1347336 h 1347537"/>
              <a:gd name="connsiteX0" fmla="*/ 5487 w 780809"/>
              <a:gd name="connsiteY0" fmla="*/ 1353686 h 1353887"/>
              <a:gd name="connsiteX1" fmla="*/ 0 w 780809"/>
              <a:gd name="connsiteY1" fmla="*/ 0 h 1353887"/>
              <a:gd name="connsiteX2" fmla="*/ 780809 w 780809"/>
              <a:gd name="connsiteY2" fmla="*/ 1353887 h 1353887"/>
              <a:gd name="connsiteX3" fmla="*/ 5487 w 780809"/>
              <a:gd name="connsiteY3" fmla="*/ 1353686 h 1353887"/>
              <a:gd name="connsiteX0" fmla="*/ 156 w 775478"/>
              <a:gd name="connsiteY0" fmla="*/ 1360036 h 1360237"/>
              <a:gd name="connsiteX1" fmla="*/ 32769 w 775478"/>
              <a:gd name="connsiteY1" fmla="*/ 0 h 1360237"/>
              <a:gd name="connsiteX2" fmla="*/ 775478 w 775478"/>
              <a:gd name="connsiteY2" fmla="*/ 1360237 h 1360237"/>
              <a:gd name="connsiteX3" fmla="*/ 156 w 775478"/>
              <a:gd name="connsiteY3" fmla="*/ 1360036 h 1360237"/>
              <a:gd name="connsiteX0" fmla="*/ 745 w 776067"/>
              <a:gd name="connsiteY0" fmla="*/ 1360036 h 1360237"/>
              <a:gd name="connsiteX1" fmla="*/ 1608 w 776067"/>
              <a:gd name="connsiteY1" fmla="*/ 0 h 1360237"/>
              <a:gd name="connsiteX2" fmla="*/ 776067 w 776067"/>
              <a:gd name="connsiteY2" fmla="*/ 1360237 h 1360237"/>
              <a:gd name="connsiteX3" fmla="*/ 745 w 776067"/>
              <a:gd name="connsiteY3" fmla="*/ 1360036 h 1360237"/>
              <a:gd name="connsiteX0" fmla="*/ 745 w 776067"/>
              <a:gd name="connsiteY0" fmla="*/ 2027387 h 2027588"/>
              <a:gd name="connsiteX1" fmla="*/ 1608 w 776067"/>
              <a:gd name="connsiteY1" fmla="*/ 0 h 2027588"/>
              <a:gd name="connsiteX2" fmla="*/ 776067 w 776067"/>
              <a:gd name="connsiteY2" fmla="*/ 2027588 h 2027588"/>
              <a:gd name="connsiteX3" fmla="*/ 745 w 776067"/>
              <a:gd name="connsiteY3" fmla="*/ 2027387 h 2027588"/>
              <a:gd name="connsiteX0" fmla="*/ 68 w 775390"/>
              <a:gd name="connsiteY0" fmla="*/ 642825 h 643026"/>
              <a:gd name="connsiteX1" fmla="*/ 84454 w 775390"/>
              <a:gd name="connsiteY1" fmla="*/ 0 h 643026"/>
              <a:gd name="connsiteX2" fmla="*/ 775390 w 775390"/>
              <a:gd name="connsiteY2" fmla="*/ 643026 h 643026"/>
              <a:gd name="connsiteX3" fmla="*/ 68 w 775390"/>
              <a:gd name="connsiteY3" fmla="*/ 642825 h 643026"/>
              <a:gd name="connsiteX0" fmla="*/ 51 w 775373"/>
              <a:gd name="connsiteY0" fmla="*/ 1015468 h 1015669"/>
              <a:gd name="connsiteX1" fmla="*/ 116561 w 775373"/>
              <a:gd name="connsiteY1" fmla="*/ 0 h 1015669"/>
              <a:gd name="connsiteX2" fmla="*/ 775373 w 775373"/>
              <a:gd name="connsiteY2" fmla="*/ 1015669 h 1015669"/>
              <a:gd name="connsiteX3" fmla="*/ 51 w 775373"/>
              <a:gd name="connsiteY3" fmla="*/ 1015468 h 1015669"/>
              <a:gd name="connsiteX0" fmla="*/ 745 w 776067"/>
              <a:gd name="connsiteY0" fmla="*/ 1500547 h 1500748"/>
              <a:gd name="connsiteX1" fmla="*/ 1607 w 776067"/>
              <a:gd name="connsiteY1" fmla="*/ 0 h 1500748"/>
              <a:gd name="connsiteX2" fmla="*/ 776067 w 776067"/>
              <a:gd name="connsiteY2" fmla="*/ 1500748 h 1500748"/>
              <a:gd name="connsiteX3" fmla="*/ 745 w 776067"/>
              <a:gd name="connsiteY3" fmla="*/ 1500547 h 1500748"/>
              <a:gd name="connsiteX0" fmla="*/ 745 w 776067"/>
              <a:gd name="connsiteY0" fmla="*/ 1127904 h 1128105"/>
              <a:gd name="connsiteX1" fmla="*/ 1607 w 776067"/>
              <a:gd name="connsiteY1" fmla="*/ 0 h 1128105"/>
              <a:gd name="connsiteX2" fmla="*/ 776067 w 776067"/>
              <a:gd name="connsiteY2" fmla="*/ 1128105 h 1128105"/>
              <a:gd name="connsiteX3" fmla="*/ 745 w 776067"/>
              <a:gd name="connsiteY3" fmla="*/ 1127904 h 1128105"/>
              <a:gd name="connsiteX0" fmla="*/ 745 w 776067"/>
              <a:gd name="connsiteY0" fmla="*/ 1198578 h 1198779"/>
              <a:gd name="connsiteX1" fmla="*/ 1607 w 776067"/>
              <a:gd name="connsiteY1" fmla="*/ 0 h 1198779"/>
              <a:gd name="connsiteX2" fmla="*/ 776067 w 776067"/>
              <a:gd name="connsiteY2" fmla="*/ 1198779 h 1198779"/>
              <a:gd name="connsiteX3" fmla="*/ 745 w 776067"/>
              <a:gd name="connsiteY3" fmla="*/ 1198578 h 1198779"/>
              <a:gd name="connsiteX0" fmla="*/ 234382 w 1009704"/>
              <a:gd name="connsiteY0" fmla="*/ 1208483 h 1208684"/>
              <a:gd name="connsiteX1" fmla="*/ 0 w 1009704"/>
              <a:gd name="connsiteY1" fmla="*/ 0 h 1208684"/>
              <a:gd name="connsiteX2" fmla="*/ 1009704 w 1009704"/>
              <a:gd name="connsiteY2" fmla="*/ 1208684 h 1208684"/>
              <a:gd name="connsiteX3" fmla="*/ 234382 w 1009704"/>
              <a:gd name="connsiteY3" fmla="*/ 1208483 h 1208684"/>
              <a:gd name="connsiteX0" fmla="*/ 879 w 1010207"/>
              <a:gd name="connsiteY0" fmla="*/ 1208483 h 1208684"/>
              <a:gd name="connsiteX1" fmla="*/ 503 w 1010207"/>
              <a:gd name="connsiteY1" fmla="*/ 0 h 1208684"/>
              <a:gd name="connsiteX2" fmla="*/ 1010207 w 1010207"/>
              <a:gd name="connsiteY2" fmla="*/ 1208684 h 1208684"/>
              <a:gd name="connsiteX3" fmla="*/ 879 w 1010207"/>
              <a:gd name="connsiteY3" fmla="*/ 1208483 h 12086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10207" h="1208684">
                <a:moveTo>
                  <a:pt x="879" y="1208483"/>
                </a:moveTo>
                <a:cubicBezTo>
                  <a:pt x="-2008" y="765721"/>
                  <a:pt x="3390" y="442762"/>
                  <a:pt x="503" y="0"/>
                </a:cubicBezTo>
                <a:lnTo>
                  <a:pt x="1010207" y="1208684"/>
                </a:lnTo>
                <a:lnTo>
                  <a:pt x="879" y="1208483"/>
                </a:lnTo>
                <a:close/>
              </a:path>
            </a:pathLst>
          </a:custGeom>
          <a:solidFill>
            <a:schemeClr val="accent2">
              <a:alpha val="5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95000"/>
              </a:lnSpc>
            </a:pPr>
            <a:endParaRPr lang="en-US" sz="2000" err="1">
              <a:latin typeface="+mj-lt"/>
            </a:endParaRPr>
          </a:p>
        </p:txBody>
      </p:sp>
      <p:sp>
        <p:nvSpPr>
          <p:cNvPr id="8" name="Triangle 4"/>
          <p:cNvSpPr/>
          <p:nvPr userDrawn="1"/>
        </p:nvSpPr>
        <p:spPr>
          <a:xfrm flipH="1">
            <a:off x="10209022" y="1656809"/>
            <a:ext cx="1990111" cy="5199455"/>
          </a:xfrm>
          <a:custGeom>
            <a:avLst/>
            <a:gdLst>
              <a:gd name="connsiteX0" fmla="*/ 0 w 1060704"/>
              <a:gd name="connsiteY0" fmla="*/ 914400 h 914400"/>
              <a:gd name="connsiteX1" fmla="*/ 530352 w 1060704"/>
              <a:gd name="connsiteY1" fmla="*/ 0 h 914400"/>
              <a:gd name="connsiteX2" fmla="*/ 1060704 w 1060704"/>
              <a:gd name="connsiteY2" fmla="*/ 914400 h 914400"/>
              <a:gd name="connsiteX3" fmla="*/ 0 w 1060704"/>
              <a:gd name="connsiteY3" fmla="*/ 914400 h 914400"/>
              <a:gd name="connsiteX0" fmla="*/ 8662 w 1069366"/>
              <a:gd name="connsiteY0" fmla="*/ 1328286 h 1328286"/>
              <a:gd name="connsiteX1" fmla="*/ 0 w 1069366"/>
              <a:gd name="connsiteY1" fmla="*/ 0 h 1328286"/>
              <a:gd name="connsiteX2" fmla="*/ 1069366 w 1069366"/>
              <a:gd name="connsiteY2" fmla="*/ 1328286 h 1328286"/>
              <a:gd name="connsiteX3" fmla="*/ 8662 w 1069366"/>
              <a:gd name="connsiteY3" fmla="*/ 1328286 h 1328286"/>
              <a:gd name="connsiteX0" fmla="*/ 8662 w 578478"/>
              <a:gd name="connsiteY0" fmla="*/ 1328286 h 1337911"/>
              <a:gd name="connsiteX1" fmla="*/ 0 w 578478"/>
              <a:gd name="connsiteY1" fmla="*/ 0 h 1337911"/>
              <a:gd name="connsiteX2" fmla="*/ 578478 w 578478"/>
              <a:gd name="connsiteY2" fmla="*/ 1337911 h 1337911"/>
              <a:gd name="connsiteX3" fmla="*/ 8662 w 578478"/>
              <a:gd name="connsiteY3" fmla="*/ 1328286 h 1337911"/>
              <a:gd name="connsiteX0" fmla="*/ 8662 w 799859"/>
              <a:gd name="connsiteY0" fmla="*/ 1328286 h 1347537"/>
              <a:gd name="connsiteX1" fmla="*/ 0 w 799859"/>
              <a:gd name="connsiteY1" fmla="*/ 0 h 1347537"/>
              <a:gd name="connsiteX2" fmla="*/ 799859 w 799859"/>
              <a:gd name="connsiteY2" fmla="*/ 1347537 h 1347537"/>
              <a:gd name="connsiteX3" fmla="*/ 8662 w 799859"/>
              <a:gd name="connsiteY3" fmla="*/ 1328286 h 1347537"/>
              <a:gd name="connsiteX0" fmla="*/ 8662 w 758584"/>
              <a:gd name="connsiteY0" fmla="*/ 1328286 h 1328286"/>
              <a:gd name="connsiteX1" fmla="*/ 0 w 758584"/>
              <a:gd name="connsiteY1" fmla="*/ 0 h 1328286"/>
              <a:gd name="connsiteX2" fmla="*/ 758584 w 758584"/>
              <a:gd name="connsiteY2" fmla="*/ 1242762 h 1328286"/>
              <a:gd name="connsiteX3" fmla="*/ 8662 w 758584"/>
              <a:gd name="connsiteY3" fmla="*/ 1328286 h 1328286"/>
              <a:gd name="connsiteX0" fmla="*/ 8662 w 783984"/>
              <a:gd name="connsiteY0" fmla="*/ 1328286 h 1328487"/>
              <a:gd name="connsiteX1" fmla="*/ 0 w 783984"/>
              <a:gd name="connsiteY1" fmla="*/ 0 h 1328487"/>
              <a:gd name="connsiteX2" fmla="*/ 783984 w 783984"/>
              <a:gd name="connsiteY2" fmla="*/ 1328487 h 1328487"/>
              <a:gd name="connsiteX3" fmla="*/ 8662 w 783984"/>
              <a:gd name="connsiteY3" fmla="*/ 1328286 h 1328487"/>
              <a:gd name="connsiteX0" fmla="*/ 5487 w 780809"/>
              <a:gd name="connsiteY0" fmla="*/ 1347336 h 1347537"/>
              <a:gd name="connsiteX1" fmla="*/ 0 w 780809"/>
              <a:gd name="connsiteY1" fmla="*/ 0 h 1347537"/>
              <a:gd name="connsiteX2" fmla="*/ 780809 w 780809"/>
              <a:gd name="connsiteY2" fmla="*/ 1347537 h 1347537"/>
              <a:gd name="connsiteX3" fmla="*/ 5487 w 780809"/>
              <a:gd name="connsiteY3" fmla="*/ 1347336 h 1347537"/>
              <a:gd name="connsiteX0" fmla="*/ 5487 w 780809"/>
              <a:gd name="connsiteY0" fmla="*/ 1353686 h 1353887"/>
              <a:gd name="connsiteX1" fmla="*/ 0 w 780809"/>
              <a:gd name="connsiteY1" fmla="*/ 0 h 1353887"/>
              <a:gd name="connsiteX2" fmla="*/ 780809 w 780809"/>
              <a:gd name="connsiteY2" fmla="*/ 1353887 h 1353887"/>
              <a:gd name="connsiteX3" fmla="*/ 5487 w 780809"/>
              <a:gd name="connsiteY3" fmla="*/ 1353686 h 1353887"/>
              <a:gd name="connsiteX0" fmla="*/ 156 w 775478"/>
              <a:gd name="connsiteY0" fmla="*/ 1360036 h 1360237"/>
              <a:gd name="connsiteX1" fmla="*/ 32769 w 775478"/>
              <a:gd name="connsiteY1" fmla="*/ 0 h 1360237"/>
              <a:gd name="connsiteX2" fmla="*/ 775478 w 775478"/>
              <a:gd name="connsiteY2" fmla="*/ 1360237 h 1360237"/>
              <a:gd name="connsiteX3" fmla="*/ 156 w 775478"/>
              <a:gd name="connsiteY3" fmla="*/ 1360036 h 1360237"/>
              <a:gd name="connsiteX0" fmla="*/ 745 w 776067"/>
              <a:gd name="connsiteY0" fmla="*/ 1360036 h 1360237"/>
              <a:gd name="connsiteX1" fmla="*/ 1608 w 776067"/>
              <a:gd name="connsiteY1" fmla="*/ 0 h 1360237"/>
              <a:gd name="connsiteX2" fmla="*/ 776067 w 776067"/>
              <a:gd name="connsiteY2" fmla="*/ 1360237 h 1360237"/>
              <a:gd name="connsiteX3" fmla="*/ 745 w 776067"/>
              <a:gd name="connsiteY3" fmla="*/ 1360036 h 1360237"/>
              <a:gd name="connsiteX0" fmla="*/ 745 w 776067"/>
              <a:gd name="connsiteY0" fmla="*/ 2027387 h 2027588"/>
              <a:gd name="connsiteX1" fmla="*/ 1608 w 776067"/>
              <a:gd name="connsiteY1" fmla="*/ 0 h 2027588"/>
              <a:gd name="connsiteX2" fmla="*/ 776067 w 776067"/>
              <a:gd name="connsiteY2" fmla="*/ 2027588 h 2027588"/>
              <a:gd name="connsiteX3" fmla="*/ 745 w 776067"/>
              <a:gd name="connsiteY3" fmla="*/ 2027387 h 20275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76067" h="2027588">
                <a:moveTo>
                  <a:pt x="745" y="2027387"/>
                </a:moveTo>
                <a:cubicBezTo>
                  <a:pt x="-2142" y="1584625"/>
                  <a:pt x="4495" y="442762"/>
                  <a:pt x="1608" y="0"/>
                </a:cubicBezTo>
                <a:lnTo>
                  <a:pt x="776067" y="2027588"/>
                </a:lnTo>
                <a:lnTo>
                  <a:pt x="745" y="2027387"/>
                </a:lnTo>
                <a:close/>
              </a:path>
            </a:pathLst>
          </a:custGeom>
          <a:solidFill>
            <a:srgbClr val="FF4D00">
              <a:alpha val="88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95000"/>
              </a:lnSpc>
            </a:pPr>
            <a:endParaRPr lang="en-US" sz="2000" err="1">
              <a:latin typeface="+mj-lt"/>
            </a:endParaRPr>
          </a:p>
        </p:txBody>
      </p:sp>
      <p:sp>
        <p:nvSpPr>
          <p:cNvPr id="9" name="Triangle 4"/>
          <p:cNvSpPr/>
          <p:nvPr userDrawn="1"/>
        </p:nvSpPr>
        <p:spPr>
          <a:xfrm flipH="1" flipV="1">
            <a:off x="10204703" y="-201"/>
            <a:ext cx="1990111" cy="3074095"/>
          </a:xfrm>
          <a:custGeom>
            <a:avLst/>
            <a:gdLst>
              <a:gd name="connsiteX0" fmla="*/ 0 w 1060704"/>
              <a:gd name="connsiteY0" fmla="*/ 914400 h 914400"/>
              <a:gd name="connsiteX1" fmla="*/ 530352 w 1060704"/>
              <a:gd name="connsiteY1" fmla="*/ 0 h 914400"/>
              <a:gd name="connsiteX2" fmla="*/ 1060704 w 1060704"/>
              <a:gd name="connsiteY2" fmla="*/ 914400 h 914400"/>
              <a:gd name="connsiteX3" fmla="*/ 0 w 1060704"/>
              <a:gd name="connsiteY3" fmla="*/ 914400 h 914400"/>
              <a:gd name="connsiteX0" fmla="*/ 8662 w 1069366"/>
              <a:gd name="connsiteY0" fmla="*/ 1328286 h 1328286"/>
              <a:gd name="connsiteX1" fmla="*/ 0 w 1069366"/>
              <a:gd name="connsiteY1" fmla="*/ 0 h 1328286"/>
              <a:gd name="connsiteX2" fmla="*/ 1069366 w 1069366"/>
              <a:gd name="connsiteY2" fmla="*/ 1328286 h 1328286"/>
              <a:gd name="connsiteX3" fmla="*/ 8662 w 1069366"/>
              <a:gd name="connsiteY3" fmla="*/ 1328286 h 1328286"/>
              <a:gd name="connsiteX0" fmla="*/ 8662 w 578478"/>
              <a:gd name="connsiteY0" fmla="*/ 1328286 h 1337911"/>
              <a:gd name="connsiteX1" fmla="*/ 0 w 578478"/>
              <a:gd name="connsiteY1" fmla="*/ 0 h 1337911"/>
              <a:gd name="connsiteX2" fmla="*/ 578478 w 578478"/>
              <a:gd name="connsiteY2" fmla="*/ 1337911 h 1337911"/>
              <a:gd name="connsiteX3" fmla="*/ 8662 w 578478"/>
              <a:gd name="connsiteY3" fmla="*/ 1328286 h 1337911"/>
              <a:gd name="connsiteX0" fmla="*/ 8662 w 799859"/>
              <a:gd name="connsiteY0" fmla="*/ 1328286 h 1347537"/>
              <a:gd name="connsiteX1" fmla="*/ 0 w 799859"/>
              <a:gd name="connsiteY1" fmla="*/ 0 h 1347537"/>
              <a:gd name="connsiteX2" fmla="*/ 799859 w 799859"/>
              <a:gd name="connsiteY2" fmla="*/ 1347537 h 1347537"/>
              <a:gd name="connsiteX3" fmla="*/ 8662 w 799859"/>
              <a:gd name="connsiteY3" fmla="*/ 1328286 h 1347537"/>
              <a:gd name="connsiteX0" fmla="*/ 8662 w 758584"/>
              <a:gd name="connsiteY0" fmla="*/ 1328286 h 1328286"/>
              <a:gd name="connsiteX1" fmla="*/ 0 w 758584"/>
              <a:gd name="connsiteY1" fmla="*/ 0 h 1328286"/>
              <a:gd name="connsiteX2" fmla="*/ 758584 w 758584"/>
              <a:gd name="connsiteY2" fmla="*/ 1242762 h 1328286"/>
              <a:gd name="connsiteX3" fmla="*/ 8662 w 758584"/>
              <a:gd name="connsiteY3" fmla="*/ 1328286 h 1328286"/>
              <a:gd name="connsiteX0" fmla="*/ 8662 w 783984"/>
              <a:gd name="connsiteY0" fmla="*/ 1328286 h 1328487"/>
              <a:gd name="connsiteX1" fmla="*/ 0 w 783984"/>
              <a:gd name="connsiteY1" fmla="*/ 0 h 1328487"/>
              <a:gd name="connsiteX2" fmla="*/ 783984 w 783984"/>
              <a:gd name="connsiteY2" fmla="*/ 1328487 h 1328487"/>
              <a:gd name="connsiteX3" fmla="*/ 8662 w 783984"/>
              <a:gd name="connsiteY3" fmla="*/ 1328286 h 1328487"/>
              <a:gd name="connsiteX0" fmla="*/ 5487 w 780809"/>
              <a:gd name="connsiteY0" fmla="*/ 1347336 h 1347537"/>
              <a:gd name="connsiteX1" fmla="*/ 0 w 780809"/>
              <a:gd name="connsiteY1" fmla="*/ 0 h 1347537"/>
              <a:gd name="connsiteX2" fmla="*/ 780809 w 780809"/>
              <a:gd name="connsiteY2" fmla="*/ 1347537 h 1347537"/>
              <a:gd name="connsiteX3" fmla="*/ 5487 w 780809"/>
              <a:gd name="connsiteY3" fmla="*/ 1347336 h 1347537"/>
              <a:gd name="connsiteX0" fmla="*/ 5487 w 780809"/>
              <a:gd name="connsiteY0" fmla="*/ 1353686 h 1353887"/>
              <a:gd name="connsiteX1" fmla="*/ 0 w 780809"/>
              <a:gd name="connsiteY1" fmla="*/ 0 h 1353887"/>
              <a:gd name="connsiteX2" fmla="*/ 780809 w 780809"/>
              <a:gd name="connsiteY2" fmla="*/ 1353887 h 1353887"/>
              <a:gd name="connsiteX3" fmla="*/ 5487 w 780809"/>
              <a:gd name="connsiteY3" fmla="*/ 1353686 h 1353887"/>
              <a:gd name="connsiteX0" fmla="*/ 156 w 775478"/>
              <a:gd name="connsiteY0" fmla="*/ 1360036 h 1360237"/>
              <a:gd name="connsiteX1" fmla="*/ 32769 w 775478"/>
              <a:gd name="connsiteY1" fmla="*/ 0 h 1360237"/>
              <a:gd name="connsiteX2" fmla="*/ 775478 w 775478"/>
              <a:gd name="connsiteY2" fmla="*/ 1360237 h 1360237"/>
              <a:gd name="connsiteX3" fmla="*/ 156 w 775478"/>
              <a:gd name="connsiteY3" fmla="*/ 1360036 h 1360237"/>
              <a:gd name="connsiteX0" fmla="*/ 745 w 776067"/>
              <a:gd name="connsiteY0" fmla="*/ 1360036 h 1360237"/>
              <a:gd name="connsiteX1" fmla="*/ 1608 w 776067"/>
              <a:gd name="connsiteY1" fmla="*/ 0 h 1360237"/>
              <a:gd name="connsiteX2" fmla="*/ 776067 w 776067"/>
              <a:gd name="connsiteY2" fmla="*/ 1360237 h 1360237"/>
              <a:gd name="connsiteX3" fmla="*/ 745 w 776067"/>
              <a:gd name="connsiteY3" fmla="*/ 1360036 h 1360237"/>
              <a:gd name="connsiteX0" fmla="*/ 745 w 776067"/>
              <a:gd name="connsiteY0" fmla="*/ 2027387 h 2027588"/>
              <a:gd name="connsiteX1" fmla="*/ 1608 w 776067"/>
              <a:gd name="connsiteY1" fmla="*/ 0 h 2027588"/>
              <a:gd name="connsiteX2" fmla="*/ 776067 w 776067"/>
              <a:gd name="connsiteY2" fmla="*/ 2027588 h 2027588"/>
              <a:gd name="connsiteX3" fmla="*/ 745 w 776067"/>
              <a:gd name="connsiteY3" fmla="*/ 2027387 h 2027588"/>
              <a:gd name="connsiteX0" fmla="*/ 68 w 775390"/>
              <a:gd name="connsiteY0" fmla="*/ 642825 h 643026"/>
              <a:gd name="connsiteX1" fmla="*/ 84454 w 775390"/>
              <a:gd name="connsiteY1" fmla="*/ 0 h 643026"/>
              <a:gd name="connsiteX2" fmla="*/ 775390 w 775390"/>
              <a:gd name="connsiteY2" fmla="*/ 643026 h 643026"/>
              <a:gd name="connsiteX3" fmla="*/ 68 w 775390"/>
              <a:gd name="connsiteY3" fmla="*/ 642825 h 643026"/>
              <a:gd name="connsiteX0" fmla="*/ 51 w 775373"/>
              <a:gd name="connsiteY0" fmla="*/ 1015468 h 1015669"/>
              <a:gd name="connsiteX1" fmla="*/ 116561 w 775373"/>
              <a:gd name="connsiteY1" fmla="*/ 0 h 1015669"/>
              <a:gd name="connsiteX2" fmla="*/ 775373 w 775373"/>
              <a:gd name="connsiteY2" fmla="*/ 1015669 h 1015669"/>
              <a:gd name="connsiteX3" fmla="*/ 51 w 775373"/>
              <a:gd name="connsiteY3" fmla="*/ 1015468 h 1015669"/>
              <a:gd name="connsiteX0" fmla="*/ 745 w 776067"/>
              <a:gd name="connsiteY0" fmla="*/ 1500547 h 1500748"/>
              <a:gd name="connsiteX1" fmla="*/ 1607 w 776067"/>
              <a:gd name="connsiteY1" fmla="*/ 0 h 1500748"/>
              <a:gd name="connsiteX2" fmla="*/ 776067 w 776067"/>
              <a:gd name="connsiteY2" fmla="*/ 1500748 h 1500748"/>
              <a:gd name="connsiteX3" fmla="*/ 745 w 776067"/>
              <a:gd name="connsiteY3" fmla="*/ 1500547 h 1500748"/>
              <a:gd name="connsiteX0" fmla="*/ 745 w 776067"/>
              <a:gd name="connsiteY0" fmla="*/ 1127904 h 1128105"/>
              <a:gd name="connsiteX1" fmla="*/ 1607 w 776067"/>
              <a:gd name="connsiteY1" fmla="*/ 0 h 1128105"/>
              <a:gd name="connsiteX2" fmla="*/ 776067 w 776067"/>
              <a:gd name="connsiteY2" fmla="*/ 1128105 h 1128105"/>
              <a:gd name="connsiteX3" fmla="*/ 745 w 776067"/>
              <a:gd name="connsiteY3" fmla="*/ 1127904 h 1128105"/>
              <a:gd name="connsiteX0" fmla="*/ 745 w 776067"/>
              <a:gd name="connsiteY0" fmla="*/ 1198578 h 1198779"/>
              <a:gd name="connsiteX1" fmla="*/ 1607 w 776067"/>
              <a:gd name="connsiteY1" fmla="*/ 0 h 1198779"/>
              <a:gd name="connsiteX2" fmla="*/ 776067 w 776067"/>
              <a:gd name="connsiteY2" fmla="*/ 1198779 h 1198779"/>
              <a:gd name="connsiteX3" fmla="*/ 745 w 776067"/>
              <a:gd name="connsiteY3" fmla="*/ 1198578 h 11987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76067" h="1198779">
                <a:moveTo>
                  <a:pt x="745" y="1198578"/>
                </a:moveTo>
                <a:cubicBezTo>
                  <a:pt x="-2142" y="755816"/>
                  <a:pt x="4494" y="442762"/>
                  <a:pt x="1607" y="0"/>
                </a:cubicBezTo>
                <a:lnTo>
                  <a:pt x="776067" y="1198779"/>
                </a:lnTo>
                <a:lnTo>
                  <a:pt x="745" y="1198578"/>
                </a:lnTo>
                <a:close/>
              </a:path>
            </a:pathLst>
          </a:custGeom>
          <a:solidFill>
            <a:srgbClr val="FF4D00">
              <a:alpha val="68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95000"/>
              </a:lnSpc>
            </a:pPr>
            <a:endParaRPr lang="en-US" sz="2000" err="1">
              <a:latin typeface="+mj-lt"/>
            </a:endParaRPr>
          </a:p>
        </p:txBody>
      </p:sp>
      <p:sp>
        <p:nvSpPr>
          <p:cNvPr id="18" name="Text Placeholder 23"/>
          <p:cNvSpPr>
            <a:spLocks noGrp="1"/>
          </p:cNvSpPr>
          <p:nvPr>
            <p:ph type="body" sz="quarter" idx="11" hasCustomPrompt="1"/>
          </p:nvPr>
        </p:nvSpPr>
        <p:spPr>
          <a:xfrm>
            <a:off x="1160547" y="2063006"/>
            <a:ext cx="7339764" cy="195259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5399" b="0" i="0" baseline="0">
                <a:solidFill>
                  <a:schemeClr val="bg1"/>
                </a:solidFill>
                <a:latin typeface="Roboto Light" charset="0"/>
                <a:ea typeface="Roboto Light" charset="0"/>
                <a:cs typeface="Roboto Light" charset="0"/>
              </a:defRPr>
            </a:lvl1pPr>
            <a:lvl2pPr marL="457108" indent="0">
              <a:buNone/>
              <a:defRPr/>
            </a:lvl2pPr>
            <a:lvl3pPr marL="914217" indent="0">
              <a:buNone/>
              <a:defRPr/>
            </a:lvl3pPr>
            <a:lvl4pPr marL="1371326" indent="0">
              <a:buNone/>
              <a:defRPr/>
            </a:lvl4pPr>
            <a:lvl5pPr marL="1828435" indent="0">
              <a:buNone/>
              <a:defRPr/>
            </a:lvl5pPr>
          </a:lstStyle>
          <a:p>
            <a:pPr lvl="0"/>
            <a:r>
              <a:rPr lang="en-US"/>
              <a:t>Headline goes here, </a:t>
            </a:r>
            <a:r>
              <a:rPr lang="en-US" err="1"/>
              <a:t>Roboto</a:t>
            </a:r>
            <a:r>
              <a:rPr lang="en-US"/>
              <a:t> Light 54 </a:t>
            </a:r>
            <a:r>
              <a:rPr lang="en-US" err="1"/>
              <a:t>pt</a:t>
            </a:r>
            <a:r>
              <a:rPr lang="en-US"/>
              <a:t> – up to three lines.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 with im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ight Triangle 15"/>
          <p:cNvSpPr/>
          <p:nvPr userDrawn="1"/>
        </p:nvSpPr>
        <p:spPr>
          <a:xfrm rot="16200000">
            <a:off x="11261306" y="5930479"/>
            <a:ext cx="1313572" cy="541469"/>
          </a:xfrm>
          <a:prstGeom prst="rtTriangle">
            <a:avLst/>
          </a:prstGeom>
          <a:solidFill>
            <a:srgbClr val="0432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ight Triangle 18"/>
          <p:cNvSpPr/>
          <p:nvPr userDrawn="1"/>
        </p:nvSpPr>
        <p:spPr>
          <a:xfrm rot="10800000">
            <a:off x="9585960" y="0"/>
            <a:ext cx="2602865" cy="2217420"/>
          </a:xfrm>
          <a:prstGeom prst="rtTriangle">
            <a:avLst/>
          </a:prstGeom>
          <a:solidFill>
            <a:srgbClr val="FF4D00">
              <a:alpha val="8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 19"/>
          <p:cNvSpPr/>
          <p:nvPr userDrawn="1"/>
        </p:nvSpPr>
        <p:spPr>
          <a:xfrm>
            <a:off x="0" y="0"/>
            <a:ext cx="10367594" cy="6858000"/>
          </a:xfrm>
          <a:custGeom>
            <a:avLst/>
            <a:gdLst>
              <a:gd name="connsiteX0" fmla="*/ 0 w 10367594"/>
              <a:gd name="connsiteY0" fmla="*/ 0 h 6858000"/>
              <a:gd name="connsiteX1" fmla="*/ 10367594 w 10367594"/>
              <a:gd name="connsiteY1" fmla="*/ 0 h 6858000"/>
              <a:gd name="connsiteX2" fmla="*/ 3509594 w 10367594"/>
              <a:gd name="connsiteY2" fmla="*/ 6858000 h 6858000"/>
              <a:gd name="connsiteX3" fmla="*/ 1520714 w 10367594"/>
              <a:gd name="connsiteY3" fmla="*/ 6858000 h 6858000"/>
              <a:gd name="connsiteX4" fmla="*/ 0 w 10367594"/>
              <a:gd name="connsiteY4" fmla="*/ 5544428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367594" h="6858000">
                <a:moveTo>
                  <a:pt x="0" y="0"/>
                </a:moveTo>
                <a:lnTo>
                  <a:pt x="10367594" y="0"/>
                </a:lnTo>
                <a:lnTo>
                  <a:pt x="3509594" y="6858000"/>
                </a:lnTo>
                <a:lnTo>
                  <a:pt x="1520714" y="6858000"/>
                </a:lnTo>
                <a:lnTo>
                  <a:pt x="0" y="5544428"/>
                </a:lnTo>
                <a:close/>
              </a:path>
            </a:pathLst>
          </a:custGeom>
          <a:solidFill>
            <a:srgbClr val="FF7D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 20"/>
          <p:cNvSpPr/>
          <p:nvPr userDrawn="1"/>
        </p:nvSpPr>
        <p:spPr>
          <a:xfrm>
            <a:off x="0" y="5544428"/>
            <a:ext cx="1523890" cy="1313572"/>
          </a:xfrm>
          <a:custGeom>
            <a:avLst/>
            <a:gdLst>
              <a:gd name="connsiteX0" fmla="*/ 3176 w 1523890"/>
              <a:gd name="connsiteY0" fmla="*/ 0 h 1313572"/>
              <a:gd name="connsiteX1" fmla="*/ 1523890 w 1523890"/>
              <a:gd name="connsiteY1" fmla="*/ 1313572 h 1313572"/>
              <a:gd name="connsiteX2" fmla="*/ 0 w 1523890"/>
              <a:gd name="connsiteY2" fmla="*/ 420643 h 1313572"/>
              <a:gd name="connsiteX3" fmla="*/ 0 w 1523890"/>
              <a:gd name="connsiteY3" fmla="*/ 17461 h 13135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523890" h="1313572">
                <a:moveTo>
                  <a:pt x="3176" y="0"/>
                </a:moveTo>
                <a:lnTo>
                  <a:pt x="1523890" y="1313572"/>
                </a:lnTo>
                <a:lnTo>
                  <a:pt x="0" y="420643"/>
                </a:lnTo>
                <a:lnTo>
                  <a:pt x="0" y="17461"/>
                </a:lnTo>
                <a:close/>
              </a:path>
            </a:pathLst>
          </a:custGeom>
          <a:solidFill>
            <a:srgbClr val="FF4D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1"/>
              </a:solidFill>
            </a:endParaRP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0" hasCustomPrompt="1"/>
          </p:nvPr>
        </p:nvSpPr>
        <p:spPr>
          <a:xfrm>
            <a:off x="1160547" y="888999"/>
            <a:ext cx="5394648" cy="407991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2400" b="0" i="0" baseline="0">
                <a:solidFill>
                  <a:schemeClr val="bg1"/>
                </a:solidFill>
                <a:latin typeface="Roboto" charset="0"/>
                <a:ea typeface="Roboto" charset="0"/>
                <a:cs typeface="Roboto" charset="0"/>
              </a:defRPr>
            </a:lvl1pPr>
            <a:lvl2pPr marL="457108" indent="0">
              <a:buNone/>
              <a:defRPr/>
            </a:lvl2pPr>
            <a:lvl3pPr marL="914217" indent="0">
              <a:buNone/>
              <a:defRPr/>
            </a:lvl3pPr>
            <a:lvl4pPr marL="1371326" indent="0">
              <a:buNone/>
              <a:defRPr/>
            </a:lvl4pPr>
            <a:lvl5pPr marL="1828435" indent="0">
              <a:buNone/>
              <a:defRPr/>
            </a:lvl5pPr>
          </a:lstStyle>
          <a:p>
            <a:pPr lvl="0"/>
            <a:r>
              <a:rPr lang="en-US"/>
              <a:t>Text here, </a:t>
            </a:r>
            <a:r>
              <a:rPr lang="en-US" err="1"/>
              <a:t>Roboto</a:t>
            </a:r>
            <a:r>
              <a:rPr lang="en-US"/>
              <a:t> Regular 24 point</a:t>
            </a:r>
          </a:p>
        </p:txBody>
      </p:sp>
      <p:sp>
        <p:nvSpPr>
          <p:cNvPr id="24" name="Text Placeholder 23"/>
          <p:cNvSpPr>
            <a:spLocks noGrp="1"/>
          </p:cNvSpPr>
          <p:nvPr>
            <p:ph type="body" sz="quarter" idx="11" hasCustomPrompt="1"/>
          </p:nvPr>
        </p:nvSpPr>
        <p:spPr>
          <a:xfrm>
            <a:off x="1160547" y="2065975"/>
            <a:ext cx="5394648" cy="1776808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5400" b="0" i="0" baseline="0">
                <a:solidFill>
                  <a:schemeClr val="bg1"/>
                </a:solidFill>
                <a:latin typeface="Roboto Light" charset="0"/>
                <a:ea typeface="Roboto Light" charset="0"/>
                <a:cs typeface="Roboto Light" charset="0"/>
              </a:defRPr>
            </a:lvl1pPr>
            <a:lvl2pPr marL="457108" indent="0">
              <a:buNone/>
              <a:defRPr/>
            </a:lvl2pPr>
            <a:lvl3pPr marL="914217" indent="0">
              <a:buNone/>
              <a:defRPr/>
            </a:lvl3pPr>
            <a:lvl4pPr marL="1371326" indent="0">
              <a:buNone/>
              <a:defRPr/>
            </a:lvl4pPr>
            <a:lvl5pPr marL="1828435" indent="0">
              <a:buNone/>
              <a:defRPr/>
            </a:lvl5pPr>
          </a:lstStyle>
          <a:p>
            <a:pPr lvl="0"/>
            <a:r>
              <a:rPr lang="en-US"/>
              <a:t>Title Here, </a:t>
            </a:r>
            <a:r>
              <a:rPr lang="en-US" err="1"/>
              <a:t>Roboto</a:t>
            </a:r>
            <a:r>
              <a:rPr lang="en-US"/>
              <a:t> Light 54 point</a:t>
            </a:r>
          </a:p>
        </p:txBody>
      </p:sp>
      <p:sp>
        <p:nvSpPr>
          <p:cNvPr id="26" name="Text Placeholder 25"/>
          <p:cNvSpPr>
            <a:spLocks noGrp="1"/>
          </p:cNvSpPr>
          <p:nvPr>
            <p:ph type="body" sz="quarter" idx="12" hasCustomPrompt="1"/>
          </p:nvPr>
        </p:nvSpPr>
        <p:spPr>
          <a:xfrm>
            <a:off x="1160547" y="4000307"/>
            <a:ext cx="3497769" cy="117258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b="0" i="0" baseline="0">
                <a:solidFill>
                  <a:schemeClr val="bg1"/>
                </a:solidFill>
                <a:latin typeface="Roboto" charset="0"/>
                <a:ea typeface="Roboto" charset="0"/>
                <a:cs typeface="Roboto" charset="0"/>
              </a:defRPr>
            </a:lvl1pPr>
            <a:lvl2pPr marL="457108" indent="0">
              <a:buNone/>
              <a:defRPr/>
            </a:lvl2pPr>
            <a:lvl3pPr marL="914217" indent="0">
              <a:buNone/>
              <a:defRPr/>
            </a:lvl3pPr>
            <a:lvl4pPr marL="1371326" indent="0">
              <a:buNone/>
              <a:defRPr/>
            </a:lvl4pPr>
            <a:lvl5pPr marL="1828435" indent="0">
              <a:buNone/>
              <a:defRPr/>
            </a:lvl5pPr>
          </a:lstStyle>
          <a:p>
            <a:pPr lvl="0"/>
            <a:r>
              <a:rPr lang="en-US"/>
              <a:t>Subtitle here, </a:t>
            </a:r>
            <a:r>
              <a:rPr lang="en-US" err="1"/>
              <a:t>Roboto</a:t>
            </a:r>
            <a:r>
              <a:rPr lang="en-US"/>
              <a:t> Regular 28 point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 userDrawn="1"/>
        </p:nvSpPr>
        <p:spPr>
          <a:xfrm>
            <a:off x="0" y="0"/>
            <a:ext cx="12188825" cy="6858000"/>
          </a:xfrm>
          <a:prstGeom prst="rect">
            <a:avLst/>
          </a:prstGeom>
          <a:gradFill>
            <a:gsLst>
              <a:gs pos="0">
                <a:srgbClr val="FF4D00"/>
              </a:gs>
              <a:gs pos="49000">
                <a:srgbClr val="FF7D00"/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ight Triangle 2"/>
          <p:cNvSpPr/>
          <p:nvPr userDrawn="1"/>
        </p:nvSpPr>
        <p:spPr>
          <a:xfrm flipH="1" flipV="1">
            <a:off x="11603698" y="0"/>
            <a:ext cx="585127" cy="1575171"/>
          </a:xfrm>
          <a:prstGeom prst="rtTriangle">
            <a:avLst/>
          </a:prstGeom>
          <a:solidFill>
            <a:srgbClr val="0432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 Placeholder 23"/>
          <p:cNvSpPr>
            <a:spLocks noGrp="1"/>
          </p:cNvSpPr>
          <p:nvPr>
            <p:ph type="body" sz="quarter" idx="11" hasCustomPrompt="1"/>
          </p:nvPr>
        </p:nvSpPr>
        <p:spPr>
          <a:xfrm>
            <a:off x="1160547" y="2063006"/>
            <a:ext cx="9520153" cy="347419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5400" b="0" i="0">
                <a:solidFill>
                  <a:schemeClr val="bg1"/>
                </a:solidFill>
                <a:latin typeface="Roboto Light" charset="0"/>
                <a:ea typeface="Roboto Light" charset="0"/>
                <a:cs typeface="Roboto Light" charset="0"/>
              </a:defRPr>
            </a:lvl1pPr>
            <a:lvl2pPr marL="457108" indent="0">
              <a:buNone/>
              <a:defRPr/>
            </a:lvl2pPr>
            <a:lvl3pPr marL="914217" indent="0">
              <a:buNone/>
              <a:defRPr/>
            </a:lvl3pPr>
            <a:lvl4pPr marL="1371326" indent="0">
              <a:buNone/>
              <a:defRPr/>
            </a:lvl4pPr>
            <a:lvl5pPr marL="1828435" indent="0">
              <a:buNone/>
              <a:defRPr/>
            </a:lvl5pPr>
          </a:lstStyle>
          <a:p>
            <a:pPr lvl="0"/>
            <a:r>
              <a:rPr lang="en-US" err="1"/>
              <a:t>Roboto</a:t>
            </a:r>
            <a:r>
              <a:rPr lang="en-US"/>
              <a:t> Light 54 point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sz="quarter" idx="10" hasCustomPrompt="1"/>
          </p:nvPr>
        </p:nvSpPr>
        <p:spPr>
          <a:xfrm>
            <a:off x="1160547" y="2063006"/>
            <a:ext cx="9520153" cy="3474194"/>
          </a:xfrm>
        </p:spPr>
        <p:txBody>
          <a:bodyPr/>
          <a:lstStyle>
            <a:lvl1pPr marL="0" indent="0">
              <a:buNone/>
              <a:defRPr sz="5400" b="0" i="0">
                <a:latin typeface="Roboto Light" charset="0"/>
                <a:ea typeface="Roboto Light" charset="0"/>
                <a:cs typeface="Roboto Light" charset="0"/>
              </a:defRPr>
            </a:lvl1pPr>
          </a:lstStyle>
          <a:p>
            <a:pPr lvl="0"/>
            <a:r>
              <a:rPr lang="en-US" err="1"/>
              <a:t>Roboto</a:t>
            </a:r>
            <a:r>
              <a:rPr lang="en-US"/>
              <a:t> Light 54 point</a:t>
            </a:r>
          </a:p>
        </p:txBody>
      </p:sp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4420" y="6006041"/>
            <a:ext cx="2464597" cy="851959"/>
          </a:xfrm>
          <a:prstGeom prst="rect">
            <a:avLst/>
          </a:prstGeom>
        </p:spPr>
      </p:pic>
      <p:sp>
        <p:nvSpPr>
          <p:cNvPr id="7" name="Right Triangle 6"/>
          <p:cNvSpPr/>
          <p:nvPr userDrawn="1"/>
        </p:nvSpPr>
        <p:spPr>
          <a:xfrm flipH="1" flipV="1">
            <a:off x="11603698" y="-1"/>
            <a:ext cx="585127" cy="1575171"/>
          </a:xfrm>
          <a:prstGeom prst="rtTriangle">
            <a:avLst/>
          </a:prstGeom>
          <a:solidFill>
            <a:srgbClr val="0432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/>
          <p:cNvGrpSpPr/>
          <p:nvPr userDrawn="1"/>
        </p:nvGrpSpPr>
        <p:grpSpPr>
          <a:xfrm>
            <a:off x="-2141" y="2692400"/>
            <a:ext cx="2681841" cy="4165600"/>
            <a:chOff x="-2141" y="2692400"/>
            <a:chExt cx="2681841" cy="4165600"/>
          </a:xfrm>
        </p:grpSpPr>
        <p:sp>
          <p:nvSpPr>
            <p:cNvPr id="11" name="Right Triangle 10"/>
            <p:cNvSpPr/>
            <p:nvPr userDrawn="1"/>
          </p:nvSpPr>
          <p:spPr>
            <a:xfrm>
              <a:off x="-2141" y="2692400"/>
              <a:ext cx="1019671" cy="4165600"/>
            </a:xfrm>
            <a:prstGeom prst="rtTriangle">
              <a:avLst/>
            </a:prstGeom>
            <a:solidFill>
              <a:srgbClr val="FF7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ight Triangle 11"/>
            <p:cNvSpPr/>
            <p:nvPr userDrawn="1"/>
          </p:nvSpPr>
          <p:spPr>
            <a:xfrm rot="16200000" flipV="1">
              <a:off x="1163093" y="5341393"/>
              <a:ext cx="357506" cy="2675708"/>
            </a:xfrm>
            <a:prstGeom prst="rtTriangle">
              <a:avLst/>
            </a:prstGeom>
            <a:solidFill>
              <a:srgbClr val="FF4D00">
                <a:alpha val="87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TextBox 13"/>
          <p:cNvSpPr txBox="1"/>
          <p:nvPr userDrawn="1"/>
        </p:nvSpPr>
        <p:spPr>
          <a:xfrm>
            <a:off x="1017530" y="6359524"/>
            <a:ext cx="3117657" cy="17907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>
              <a:defRPr sz="1050">
                <a:solidFill>
                  <a:schemeClr val="tx2">
                    <a:lumMod val="50000"/>
                    <a:lumOff val="50000"/>
                  </a:schemeClr>
                </a:solidFill>
                <a:ea typeface="Arial" charset="0"/>
                <a:cs typeface="Arial" charset="0"/>
              </a:defRPr>
            </a:lvl1pPr>
          </a:lstStyle>
          <a:p>
            <a:pPr lvl="0"/>
            <a:r>
              <a:rPr lang="en-US" sz="1100" b="0" i="0">
                <a:solidFill>
                  <a:schemeClr val="tx1"/>
                </a:solidFill>
                <a:latin typeface="Roboto" charset="0"/>
                <a:ea typeface="Roboto" charset="0"/>
                <a:cs typeface="Roboto" charset="0"/>
              </a:rPr>
              <a:t>© Informatica. Proprietary and Confidential.</a:t>
            </a:r>
          </a:p>
        </p:txBody>
      </p:sp>
    </p:spTree>
    <p:extLst>
      <p:ext uri="{BB962C8B-B14F-4D97-AF65-F5344CB8AC3E}">
        <p14:creationId xmlns:p14="http://schemas.microsoft.com/office/powerpoint/2010/main" val="7210738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/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4420" y="6006041"/>
            <a:ext cx="2464597" cy="851959"/>
          </a:xfrm>
          <a:prstGeom prst="rect">
            <a:avLst/>
          </a:prstGeom>
        </p:spPr>
      </p:pic>
      <p:sp>
        <p:nvSpPr>
          <p:cNvPr id="9" name="Right Triangle 8"/>
          <p:cNvSpPr/>
          <p:nvPr userDrawn="1"/>
        </p:nvSpPr>
        <p:spPr>
          <a:xfrm flipH="1" flipV="1">
            <a:off x="11603698" y="-1"/>
            <a:ext cx="585127" cy="1575171"/>
          </a:xfrm>
          <a:prstGeom prst="rtTriangle">
            <a:avLst/>
          </a:prstGeom>
          <a:solidFill>
            <a:srgbClr val="0432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/>
              <a:t>Headline goes here, </a:t>
            </a:r>
            <a:r>
              <a:rPr lang="en-US" err="1"/>
              <a:t>Roboto</a:t>
            </a:r>
            <a:r>
              <a:rPr lang="en-US"/>
              <a:t> Light, 36 points, can span two lines</a:t>
            </a:r>
          </a:p>
        </p:txBody>
      </p:sp>
      <p:grpSp>
        <p:nvGrpSpPr>
          <p:cNvPr id="12" name="Group 11"/>
          <p:cNvGrpSpPr/>
          <p:nvPr userDrawn="1"/>
        </p:nvGrpSpPr>
        <p:grpSpPr>
          <a:xfrm>
            <a:off x="-2141" y="2692400"/>
            <a:ext cx="2681841" cy="4165600"/>
            <a:chOff x="-2141" y="2692400"/>
            <a:chExt cx="2681841" cy="4165600"/>
          </a:xfrm>
        </p:grpSpPr>
        <p:sp>
          <p:nvSpPr>
            <p:cNvPr id="13" name="Right Triangle 12"/>
            <p:cNvSpPr/>
            <p:nvPr userDrawn="1"/>
          </p:nvSpPr>
          <p:spPr>
            <a:xfrm>
              <a:off x="-2141" y="2692400"/>
              <a:ext cx="1019671" cy="4165600"/>
            </a:xfrm>
            <a:prstGeom prst="rtTriangle">
              <a:avLst/>
            </a:prstGeom>
            <a:solidFill>
              <a:srgbClr val="FF7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ight Triangle 13"/>
            <p:cNvSpPr/>
            <p:nvPr userDrawn="1"/>
          </p:nvSpPr>
          <p:spPr>
            <a:xfrm rot="16200000" flipV="1">
              <a:off x="1163093" y="5341393"/>
              <a:ext cx="357506" cy="2675708"/>
            </a:xfrm>
            <a:prstGeom prst="rtTriangle">
              <a:avLst/>
            </a:prstGeom>
            <a:solidFill>
              <a:srgbClr val="FF4D00">
                <a:alpha val="87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6" name="TextBox 15"/>
          <p:cNvSpPr txBox="1"/>
          <p:nvPr userDrawn="1"/>
        </p:nvSpPr>
        <p:spPr>
          <a:xfrm>
            <a:off x="1017530" y="6359524"/>
            <a:ext cx="3117657" cy="17907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>
              <a:defRPr sz="1050">
                <a:solidFill>
                  <a:schemeClr val="tx2">
                    <a:lumMod val="50000"/>
                    <a:lumOff val="50000"/>
                  </a:schemeClr>
                </a:solidFill>
                <a:ea typeface="Arial" charset="0"/>
                <a:cs typeface="Arial" charset="0"/>
              </a:defRPr>
            </a:lvl1pPr>
          </a:lstStyle>
          <a:p>
            <a:pPr lvl="0"/>
            <a:r>
              <a:rPr lang="en-US" sz="1100" b="0" i="0">
                <a:solidFill>
                  <a:schemeClr val="tx1"/>
                </a:solidFill>
                <a:latin typeface="Roboto" charset="0"/>
                <a:ea typeface="Roboto" charset="0"/>
                <a:cs typeface="Roboto" charset="0"/>
              </a:rPr>
              <a:t>© Informatica. Proprietary and Confidential.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11" hasCustomPrompt="1"/>
          </p:nvPr>
        </p:nvSpPr>
        <p:spPr>
          <a:xfrm>
            <a:off x="1017588" y="1854200"/>
            <a:ext cx="10660062" cy="4165600"/>
          </a:xfrm>
        </p:spPr>
        <p:txBody>
          <a:bodyPr/>
          <a:lstStyle/>
          <a:p>
            <a:pPr lvl="0"/>
            <a:r>
              <a:rPr lang="en-US"/>
              <a:t>First bullet, </a:t>
            </a:r>
            <a:r>
              <a:rPr lang="en-US" err="1"/>
              <a:t>Roboto</a:t>
            </a:r>
            <a:r>
              <a:rPr lang="en-US"/>
              <a:t> Regular 21point</a:t>
            </a:r>
          </a:p>
          <a:p>
            <a:pPr lvl="1"/>
            <a:r>
              <a:rPr lang="en-US"/>
              <a:t>Second bullet, </a:t>
            </a:r>
            <a:r>
              <a:rPr lang="en-US" err="1"/>
              <a:t>Roboto</a:t>
            </a:r>
            <a:r>
              <a:rPr lang="en-US"/>
              <a:t> Regular 18 point</a:t>
            </a:r>
          </a:p>
          <a:p>
            <a:pPr lvl="2"/>
            <a:r>
              <a:rPr lang="en-US"/>
              <a:t>Third bullet, </a:t>
            </a:r>
            <a:r>
              <a:rPr lang="en-US" err="1"/>
              <a:t>Roboto</a:t>
            </a:r>
            <a:r>
              <a:rPr lang="en-US"/>
              <a:t> Regular 16 point</a:t>
            </a:r>
          </a:p>
        </p:txBody>
      </p:sp>
    </p:spTree>
    <p:extLst>
      <p:ext uri="{BB962C8B-B14F-4D97-AF65-F5344CB8AC3E}">
        <p14:creationId xmlns:p14="http://schemas.microsoft.com/office/powerpoint/2010/main" val="3967619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/Subtitle/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4420" y="6006041"/>
            <a:ext cx="2464597" cy="851959"/>
          </a:xfrm>
          <a:prstGeom prst="rect">
            <a:avLst/>
          </a:prstGeom>
        </p:spPr>
      </p:pic>
      <p:sp>
        <p:nvSpPr>
          <p:cNvPr id="9" name="Right Triangle 8"/>
          <p:cNvSpPr/>
          <p:nvPr userDrawn="1"/>
        </p:nvSpPr>
        <p:spPr>
          <a:xfrm flipH="1" flipV="1">
            <a:off x="11603698" y="-1"/>
            <a:ext cx="585127" cy="1575171"/>
          </a:xfrm>
          <a:prstGeom prst="rtTriangle">
            <a:avLst/>
          </a:prstGeom>
          <a:solidFill>
            <a:srgbClr val="0432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82474" y="482602"/>
            <a:ext cx="11195177" cy="665379"/>
          </a:xfrm>
        </p:spPr>
        <p:txBody>
          <a:bodyPr/>
          <a:lstStyle/>
          <a:p>
            <a:r>
              <a:rPr lang="en-US"/>
              <a:t>Headline goes here, </a:t>
            </a:r>
            <a:r>
              <a:rPr lang="en-US" err="1"/>
              <a:t>Roboto</a:t>
            </a:r>
            <a:r>
              <a:rPr lang="en-US"/>
              <a:t> Light 36 point, 1 Line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13" hasCustomPrompt="1"/>
          </p:nvPr>
        </p:nvSpPr>
        <p:spPr>
          <a:xfrm>
            <a:off x="498308" y="1147981"/>
            <a:ext cx="11183937" cy="331601"/>
          </a:xfrm>
        </p:spPr>
        <p:txBody>
          <a:bodyPr anchor="t"/>
          <a:lstStyle>
            <a:lvl1pPr marL="0" indent="0">
              <a:buNone/>
              <a:defRPr sz="2400" i="0" baseline="0">
                <a:solidFill>
                  <a:schemeClr val="bg1">
                    <a:lumMod val="50000"/>
                  </a:schemeClr>
                </a:solidFill>
              </a:defRPr>
            </a:lvl1pPr>
            <a:lvl2pPr marL="169863" indent="0">
              <a:buNone/>
              <a:defRPr/>
            </a:lvl2pPr>
            <a:lvl3pPr marL="344487" indent="0">
              <a:buNone/>
              <a:defRPr/>
            </a:lvl3pPr>
            <a:lvl4pPr marL="458788" indent="0">
              <a:buNone/>
              <a:defRPr/>
            </a:lvl4pPr>
            <a:lvl5pPr marL="630237" indent="0">
              <a:buNone/>
              <a:defRPr/>
            </a:lvl5pPr>
          </a:lstStyle>
          <a:p>
            <a:pPr lvl="0"/>
            <a:r>
              <a:rPr lang="en-US"/>
              <a:t>Subtitle goes here, </a:t>
            </a:r>
            <a:r>
              <a:rPr lang="en-US" err="1"/>
              <a:t>Roboto</a:t>
            </a:r>
            <a:r>
              <a:rPr lang="en-US"/>
              <a:t> Regular 24 point, no longer than one line</a:t>
            </a:r>
          </a:p>
        </p:txBody>
      </p:sp>
      <p:grpSp>
        <p:nvGrpSpPr>
          <p:cNvPr id="12" name="Group 11"/>
          <p:cNvGrpSpPr/>
          <p:nvPr userDrawn="1"/>
        </p:nvGrpSpPr>
        <p:grpSpPr>
          <a:xfrm>
            <a:off x="-2141" y="2692400"/>
            <a:ext cx="2681841" cy="4165600"/>
            <a:chOff x="-2141" y="2692400"/>
            <a:chExt cx="2681841" cy="4165600"/>
          </a:xfrm>
        </p:grpSpPr>
        <p:sp>
          <p:nvSpPr>
            <p:cNvPr id="13" name="Right Triangle 12"/>
            <p:cNvSpPr/>
            <p:nvPr userDrawn="1"/>
          </p:nvSpPr>
          <p:spPr>
            <a:xfrm>
              <a:off x="-2141" y="2692400"/>
              <a:ext cx="1019671" cy="4165600"/>
            </a:xfrm>
            <a:prstGeom prst="rtTriangle">
              <a:avLst/>
            </a:prstGeom>
            <a:solidFill>
              <a:srgbClr val="FF7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ight Triangle 13"/>
            <p:cNvSpPr/>
            <p:nvPr userDrawn="1"/>
          </p:nvSpPr>
          <p:spPr>
            <a:xfrm rot="16200000" flipV="1">
              <a:off x="1163093" y="5341393"/>
              <a:ext cx="357506" cy="2675708"/>
            </a:xfrm>
            <a:prstGeom prst="rtTriangle">
              <a:avLst/>
            </a:prstGeom>
            <a:solidFill>
              <a:srgbClr val="FF4D00">
                <a:alpha val="87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6" name="TextBox 15"/>
          <p:cNvSpPr txBox="1"/>
          <p:nvPr userDrawn="1"/>
        </p:nvSpPr>
        <p:spPr>
          <a:xfrm>
            <a:off x="1017530" y="6359524"/>
            <a:ext cx="3117657" cy="17907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>
              <a:defRPr sz="1050">
                <a:solidFill>
                  <a:schemeClr val="tx2">
                    <a:lumMod val="50000"/>
                    <a:lumOff val="50000"/>
                  </a:schemeClr>
                </a:solidFill>
                <a:ea typeface="Arial" charset="0"/>
                <a:cs typeface="Arial" charset="0"/>
              </a:defRPr>
            </a:lvl1pPr>
          </a:lstStyle>
          <a:p>
            <a:pPr lvl="0"/>
            <a:r>
              <a:rPr lang="en-US" sz="1100" b="0" i="0">
                <a:solidFill>
                  <a:schemeClr val="tx1"/>
                </a:solidFill>
                <a:latin typeface="Roboto" charset="0"/>
                <a:ea typeface="Roboto" charset="0"/>
                <a:cs typeface="Roboto" charset="0"/>
              </a:rPr>
              <a:t>© Informatica. Proprietary and Confidential.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4" hasCustomPrompt="1"/>
          </p:nvPr>
        </p:nvSpPr>
        <p:spPr>
          <a:xfrm>
            <a:off x="1017588" y="1854200"/>
            <a:ext cx="10660062" cy="4165600"/>
          </a:xfrm>
        </p:spPr>
        <p:txBody>
          <a:bodyPr/>
          <a:lstStyle>
            <a:lvl1pPr>
              <a:defRPr baseline="0"/>
            </a:lvl1pPr>
            <a:lvl2pPr>
              <a:defRPr baseline="0"/>
            </a:lvl2pPr>
          </a:lstStyle>
          <a:p>
            <a:pPr lvl="0"/>
            <a:r>
              <a:rPr lang="en-US"/>
              <a:t>First bullet, </a:t>
            </a:r>
            <a:r>
              <a:rPr lang="en-US" err="1"/>
              <a:t>Roboto</a:t>
            </a:r>
            <a:r>
              <a:rPr lang="en-US"/>
              <a:t> Regular 21point</a:t>
            </a:r>
          </a:p>
          <a:p>
            <a:pPr lvl="1"/>
            <a:r>
              <a:rPr lang="en-US"/>
              <a:t>Second bullet, </a:t>
            </a:r>
            <a:r>
              <a:rPr lang="en-US" err="1"/>
              <a:t>Roboto</a:t>
            </a:r>
            <a:r>
              <a:rPr lang="en-US"/>
              <a:t> Regular 18 point</a:t>
            </a:r>
          </a:p>
          <a:p>
            <a:pPr lvl="2"/>
            <a:r>
              <a:rPr lang="en-US"/>
              <a:t>Third bullet, </a:t>
            </a:r>
            <a:r>
              <a:rPr lang="en-US" err="1"/>
              <a:t>Roboto</a:t>
            </a:r>
            <a:r>
              <a:rPr lang="en-US"/>
              <a:t> Regular 16 point</a:t>
            </a:r>
          </a:p>
        </p:txBody>
      </p:sp>
      <p:sp>
        <p:nvSpPr>
          <p:cNvPr id="4" name="TextBox 3"/>
          <p:cNvSpPr txBox="1"/>
          <p:nvPr userDrawn="1"/>
        </p:nvSpPr>
        <p:spPr>
          <a:xfrm>
            <a:off x="-292100" y="6197600"/>
            <a:ext cx="914400" cy="9144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endParaRPr lang="en-US" sz="2800">
              <a:solidFill>
                <a:schemeClr val="bg1"/>
              </a:solidFill>
              <a:latin typeface="Roboto" charset="0"/>
              <a:ea typeface="Roboto" charset="0"/>
              <a:cs typeface="Roboto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50779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/Subtitle/Header/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4420" y="6006041"/>
            <a:ext cx="2464597" cy="851959"/>
          </a:xfrm>
          <a:prstGeom prst="rect">
            <a:avLst/>
          </a:prstGeom>
        </p:spPr>
      </p:pic>
      <p:sp>
        <p:nvSpPr>
          <p:cNvPr id="11" name="Right Triangle 10"/>
          <p:cNvSpPr/>
          <p:nvPr userDrawn="1"/>
        </p:nvSpPr>
        <p:spPr>
          <a:xfrm flipH="1" flipV="1">
            <a:off x="11603698" y="-1"/>
            <a:ext cx="585127" cy="1575171"/>
          </a:xfrm>
          <a:prstGeom prst="rtTriangle">
            <a:avLst/>
          </a:prstGeom>
          <a:solidFill>
            <a:srgbClr val="0432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82474" y="482602"/>
            <a:ext cx="11195177" cy="664851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/>
              <a:t>Headline goes here, </a:t>
            </a:r>
            <a:r>
              <a:rPr lang="en-US" err="1"/>
              <a:t>Roboto</a:t>
            </a:r>
            <a:r>
              <a:rPr lang="en-US"/>
              <a:t> Light 36 point, 1 Line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13" hasCustomPrompt="1"/>
          </p:nvPr>
        </p:nvSpPr>
        <p:spPr>
          <a:xfrm>
            <a:off x="498308" y="1147981"/>
            <a:ext cx="11183937" cy="331601"/>
          </a:xfrm>
        </p:spPr>
        <p:txBody>
          <a:bodyPr anchor="t"/>
          <a:lstStyle>
            <a:lvl1pPr marL="0" indent="0">
              <a:buNone/>
              <a:defRPr sz="2400" i="0">
                <a:solidFill>
                  <a:schemeClr val="bg1">
                    <a:lumMod val="50000"/>
                  </a:schemeClr>
                </a:solidFill>
              </a:defRPr>
            </a:lvl1pPr>
            <a:lvl2pPr marL="169863" indent="0">
              <a:buNone/>
              <a:defRPr/>
            </a:lvl2pPr>
            <a:lvl3pPr marL="344487" indent="0">
              <a:buNone/>
              <a:defRPr/>
            </a:lvl3pPr>
            <a:lvl4pPr marL="458788" indent="0">
              <a:buNone/>
              <a:defRPr/>
            </a:lvl4pPr>
            <a:lvl5pPr marL="630237" indent="0">
              <a:buNone/>
              <a:defRPr/>
            </a:lvl5pPr>
          </a:lstStyle>
          <a:p>
            <a:pPr lvl="0"/>
            <a:r>
              <a:rPr lang="en-US"/>
              <a:t>Subtitle goes here, </a:t>
            </a:r>
            <a:r>
              <a:rPr lang="en-US" err="1"/>
              <a:t>Roboto</a:t>
            </a:r>
            <a:r>
              <a:rPr lang="en-US"/>
              <a:t> Regular 24 point, no longer than one line</a:t>
            </a:r>
          </a:p>
        </p:txBody>
      </p:sp>
      <p:sp>
        <p:nvSpPr>
          <p:cNvPr id="5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1017530" y="1854199"/>
            <a:ext cx="10660118" cy="436563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2000" b="1" baseline="0">
                <a:solidFill>
                  <a:schemeClr val="accent2"/>
                </a:solidFill>
              </a:defRPr>
            </a:lvl1pPr>
            <a:lvl2pPr marL="457109" indent="0">
              <a:buNone/>
              <a:defRPr sz="2000" b="1"/>
            </a:lvl2pPr>
            <a:lvl3pPr marL="914217" indent="0">
              <a:buNone/>
              <a:defRPr sz="1800" b="1"/>
            </a:lvl3pPr>
            <a:lvl4pPr marL="1371326" indent="0">
              <a:buNone/>
              <a:defRPr sz="1600" b="1"/>
            </a:lvl4pPr>
            <a:lvl5pPr marL="1828434" indent="0">
              <a:buNone/>
              <a:defRPr sz="1600" b="1"/>
            </a:lvl5pPr>
            <a:lvl6pPr marL="2285542" indent="0">
              <a:buNone/>
              <a:defRPr sz="1600" b="1"/>
            </a:lvl6pPr>
            <a:lvl7pPr marL="2742651" indent="0">
              <a:buNone/>
              <a:defRPr sz="1600" b="1"/>
            </a:lvl7pPr>
            <a:lvl8pPr marL="3199760" indent="0">
              <a:buNone/>
              <a:defRPr sz="1600" b="1"/>
            </a:lvl8pPr>
            <a:lvl9pPr marL="3656869" indent="0">
              <a:buNone/>
              <a:defRPr sz="1600" b="1"/>
            </a:lvl9pPr>
          </a:lstStyle>
          <a:p>
            <a:pPr lvl="0"/>
            <a:r>
              <a:rPr lang="en-US"/>
              <a:t>Headline goes here, </a:t>
            </a:r>
            <a:r>
              <a:rPr lang="en-US" err="1"/>
              <a:t>Roboto</a:t>
            </a:r>
            <a:r>
              <a:rPr lang="en-US"/>
              <a:t> 20 point, no longer than one line</a:t>
            </a:r>
          </a:p>
        </p:txBody>
      </p:sp>
      <p:grpSp>
        <p:nvGrpSpPr>
          <p:cNvPr id="14" name="Group 13"/>
          <p:cNvGrpSpPr/>
          <p:nvPr userDrawn="1"/>
        </p:nvGrpSpPr>
        <p:grpSpPr>
          <a:xfrm>
            <a:off x="-2141" y="2692400"/>
            <a:ext cx="2681841" cy="4165600"/>
            <a:chOff x="-2141" y="2692400"/>
            <a:chExt cx="2681841" cy="4165600"/>
          </a:xfrm>
        </p:grpSpPr>
        <p:sp>
          <p:nvSpPr>
            <p:cNvPr id="15" name="Right Triangle 14"/>
            <p:cNvSpPr/>
            <p:nvPr userDrawn="1"/>
          </p:nvSpPr>
          <p:spPr>
            <a:xfrm>
              <a:off x="-2141" y="2692400"/>
              <a:ext cx="1019671" cy="4165600"/>
            </a:xfrm>
            <a:prstGeom prst="rtTriangle">
              <a:avLst/>
            </a:prstGeom>
            <a:solidFill>
              <a:srgbClr val="FF7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ight Triangle 15"/>
            <p:cNvSpPr/>
            <p:nvPr userDrawn="1"/>
          </p:nvSpPr>
          <p:spPr>
            <a:xfrm rot="16200000" flipV="1">
              <a:off x="1163093" y="5341393"/>
              <a:ext cx="357506" cy="2675708"/>
            </a:xfrm>
            <a:prstGeom prst="rtTriangle">
              <a:avLst/>
            </a:prstGeom>
            <a:solidFill>
              <a:srgbClr val="FF4D00">
                <a:alpha val="87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7" name="TextBox 16"/>
          <p:cNvSpPr txBox="1"/>
          <p:nvPr userDrawn="1"/>
        </p:nvSpPr>
        <p:spPr>
          <a:xfrm>
            <a:off x="502034" y="6359524"/>
            <a:ext cx="413896" cy="208701"/>
          </a:xfrm>
          <a:prstGeom prst="rect">
            <a:avLst/>
          </a:prstGeom>
        </p:spPr>
        <p:txBody>
          <a:bodyPr lIns="0" tIns="0" rIns="0" bIns="91440"/>
          <a:lstStyle>
            <a:defPPr>
              <a:defRPr lang="en-US"/>
            </a:defPPr>
            <a:lvl1pPr>
              <a:defRPr sz="1100">
                <a:solidFill>
                  <a:schemeClr val="tx2">
                    <a:lumMod val="50000"/>
                    <a:lumOff val="50000"/>
                  </a:schemeClr>
                </a:solidFill>
              </a:defRPr>
            </a:lvl1pPr>
          </a:lstStyle>
          <a:p>
            <a:pPr marL="0" lvl="0" algn="l" defTabSz="457200" rtl="0" eaLnBrk="1" latinLnBrk="0" hangingPunct="1"/>
            <a:fld id="{64202F7F-356F-46E2-8791-88745C87F5D9}" type="slidenum">
              <a:rPr lang="en-US" sz="1100" b="0" i="0" kern="1200" smtClean="0">
                <a:solidFill>
                  <a:schemeClr val="bg1"/>
                </a:solidFill>
                <a:latin typeface="Roboto" charset="0"/>
                <a:ea typeface="Roboto" charset="0"/>
                <a:cs typeface="Roboto" charset="0"/>
              </a:rPr>
              <a:pPr marL="0" lvl="0" algn="l" defTabSz="457200" rtl="0" eaLnBrk="1" latinLnBrk="0" hangingPunct="1"/>
              <a:t>‹#›</a:t>
            </a:fld>
            <a:endParaRPr lang="en-US" sz="1100" b="0" i="0" kern="1200">
              <a:solidFill>
                <a:schemeClr val="bg1"/>
              </a:solidFill>
              <a:latin typeface="Roboto" charset="0"/>
              <a:ea typeface="Roboto" charset="0"/>
              <a:cs typeface="Roboto" charset="0"/>
            </a:endParaRPr>
          </a:p>
        </p:txBody>
      </p:sp>
      <p:sp>
        <p:nvSpPr>
          <p:cNvPr id="18" name="TextBox 17"/>
          <p:cNvSpPr txBox="1"/>
          <p:nvPr userDrawn="1"/>
        </p:nvSpPr>
        <p:spPr>
          <a:xfrm>
            <a:off x="1017530" y="6359524"/>
            <a:ext cx="3117657" cy="17907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>
              <a:defRPr sz="1050">
                <a:solidFill>
                  <a:schemeClr val="tx2">
                    <a:lumMod val="50000"/>
                    <a:lumOff val="50000"/>
                  </a:schemeClr>
                </a:solidFill>
                <a:ea typeface="Arial" charset="0"/>
                <a:cs typeface="Arial" charset="0"/>
              </a:defRPr>
            </a:lvl1pPr>
          </a:lstStyle>
          <a:p>
            <a:pPr lvl="0"/>
            <a:r>
              <a:rPr lang="en-US" sz="1100" b="0" i="0">
                <a:solidFill>
                  <a:schemeClr val="tx1"/>
                </a:solidFill>
                <a:latin typeface="Roboto" charset="0"/>
                <a:ea typeface="Roboto" charset="0"/>
                <a:cs typeface="Roboto" charset="0"/>
              </a:rPr>
              <a:t>© Informatica. Proprietary and Confidential.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14" hasCustomPrompt="1"/>
          </p:nvPr>
        </p:nvSpPr>
        <p:spPr>
          <a:xfrm>
            <a:off x="1017588" y="2290762"/>
            <a:ext cx="10660062" cy="3714751"/>
          </a:xfrm>
        </p:spPr>
        <p:txBody>
          <a:bodyPr/>
          <a:lstStyle/>
          <a:p>
            <a:pPr lvl="0"/>
            <a:r>
              <a:rPr lang="en-US"/>
              <a:t>First bullet, </a:t>
            </a:r>
            <a:r>
              <a:rPr lang="en-US" err="1"/>
              <a:t>Roboto</a:t>
            </a:r>
            <a:r>
              <a:rPr lang="en-US"/>
              <a:t> Regular 21point</a:t>
            </a:r>
          </a:p>
          <a:p>
            <a:pPr lvl="1"/>
            <a:r>
              <a:rPr lang="en-US"/>
              <a:t>Second bullet, </a:t>
            </a:r>
            <a:r>
              <a:rPr lang="en-US" err="1"/>
              <a:t>Roboto</a:t>
            </a:r>
            <a:r>
              <a:rPr lang="en-US"/>
              <a:t> Regular 18 point</a:t>
            </a:r>
          </a:p>
          <a:p>
            <a:pPr lvl="2"/>
            <a:r>
              <a:rPr lang="en-US"/>
              <a:t>Third bullet, </a:t>
            </a:r>
            <a:r>
              <a:rPr lang="en-US" err="1"/>
              <a:t>Roboto</a:t>
            </a:r>
            <a:r>
              <a:rPr lang="en-US"/>
              <a:t> Regular 16 point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4420" y="6006041"/>
            <a:ext cx="2464597" cy="851959"/>
          </a:xfrm>
          <a:prstGeom prst="rect">
            <a:avLst/>
          </a:prstGeom>
        </p:spPr>
      </p:pic>
      <p:sp>
        <p:nvSpPr>
          <p:cNvPr id="9" name="Right Triangle 8"/>
          <p:cNvSpPr/>
          <p:nvPr userDrawn="1"/>
        </p:nvSpPr>
        <p:spPr>
          <a:xfrm flipH="1" flipV="1">
            <a:off x="11603698" y="-1"/>
            <a:ext cx="585127" cy="1575171"/>
          </a:xfrm>
          <a:prstGeom prst="rtTriangle">
            <a:avLst/>
          </a:prstGeom>
          <a:solidFill>
            <a:srgbClr val="0432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82474" y="482602"/>
            <a:ext cx="11195177" cy="1066798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/>
              <a:t>Headline goes here, </a:t>
            </a:r>
            <a:r>
              <a:rPr lang="en-US" err="1"/>
              <a:t>Roboto</a:t>
            </a:r>
            <a:r>
              <a:rPr lang="en-US"/>
              <a:t> Light, 36 points, can span two lines</a:t>
            </a:r>
          </a:p>
        </p:txBody>
      </p:sp>
      <p:grpSp>
        <p:nvGrpSpPr>
          <p:cNvPr id="12" name="Group 11"/>
          <p:cNvGrpSpPr/>
          <p:nvPr userDrawn="1"/>
        </p:nvGrpSpPr>
        <p:grpSpPr>
          <a:xfrm>
            <a:off x="-2141" y="2692400"/>
            <a:ext cx="2681841" cy="4165600"/>
            <a:chOff x="-2141" y="2692400"/>
            <a:chExt cx="2681841" cy="4165600"/>
          </a:xfrm>
        </p:grpSpPr>
        <p:sp>
          <p:nvSpPr>
            <p:cNvPr id="13" name="Right Triangle 12"/>
            <p:cNvSpPr/>
            <p:nvPr userDrawn="1"/>
          </p:nvSpPr>
          <p:spPr>
            <a:xfrm>
              <a:off x="-2141" y="2692400"/>
              <a:ext cx="1019671" cy="4165600"/>
            </a:xfrm>
            <a:prstGeom prst="rtTriangle">
              <a:avLst/>
            </a:prstGeom>
            <a:solidFill>
              <a:srgbClr val="FF7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ight Triangle 13"/>
            <p:cNvSpPr/>
            <p:nvPr userDrawn="1"/>
          </p:nvSpPr>
          <p:spPr>
            <a:xfrm rot="16200000" flipV="1">
              <a:off x="1163093" y="5341393"/>
              <a:ext cx="357506" cy="2675708"/>
            </a:xfrm>
            <a:prstGeom prst="rtTriangle">
              <a:avLst/>
            </a:prstGeom>
            <a:solidFill>
              <a:srgbClr val="FF4D00">
                <a:alpha val="87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6" name="TextBox 15"/>
          <p:cNvSpPr txBox="1"/>
          <p:nvPr userDrawn="1"/>
        </p:nvSpPr>
        <p:spPr>
          <a:xfrm>
            <a:off x="1017530" y="6359524"/>
            <a:ext cx="3117657" cy="17907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>
              <a:defRPr sz="1050">
                <a:solidFill>
                  <a:schemeClr val="tx2">
                    <a:lumMod val="50000"/>
                    <a:lumOff val="50000"/>
                  </a:schemeClr>
                </a:solidFill>
                <a:ea typeface="Arial" charset="0"/>
                <a:cs typeface="Arial" charset="0"/>
              </a:defRPr>
            </a:lvl1pPr>
          </a:lstStyle>
          <a:p>
            <a:pPr lvl="0"/>
            <a:r>
              <a:rPr lang="en-US" sz="1100" b="0" i="0">
                <a:solidFill>
                  <a:schemeClr val="tx1"/>
                </a:solidFill>
                <a:latin typeface="Roboto" charset="0"/>
                <a:ea typeface="Roboto" charset="0"/>
                <a:cs typeface="Roboto" charset="0"/>
              </a:rPr>
              <a:t>© Informatica. Proprietary and Confidential.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11" hasCustomPrompt="1"/>
          </p:nvPr>
        </p:nvSpPr>
        <p:spPr>
          <a:xfrm>
            <a:off x="1017588" y="1854200"/>
            <a:ext cx="5120640" cy="4165600"/>
          </a:xfrm>
        </p:spPr>
        <p:txBody>
          <a:bodyPr/>
          <a:lstStyle/>
          <a:p>
            <a:pPr lvl="0"/>
            <a:r>
              <a:rPr lang="en-US"/>
              <a:t>First bullet, </a:t>
            </a:r>
            <a:r>
              <a:rPr lang="en-US" err="1"/>
              <a:t>Roboto</a:t>
            </a:r>
            <a:r>
              <a:rPr lang="en-US"/>
              <a:t> Regular 21point</a:t>
            </a:r>
          </a:p>
          <a:p>
            <a:pPr lvl="1"/>
            <a:r>
              <a:rPr lang="en-US"/>
              <a:t>Second bullet, </a:t>
            </a:r>
            <a:r>
              <a:rPr lang="en-US" err="1"/>
              <a:t>Roboto</a:t>
            </a:r>
            <a:r>
              <a:rPr lang="en-US"/>
              <a:t> Regular 18 point</a:t>
            </a:r>
          </a:p>
          <a:p>
            <a:pPr lvl="2"/>
            <a:r>
              <a:rPr lang="en-US"/>
              <a:t>Third bullet, </a:t>
            </a:r>
            <a:r>
              <a:rPr lang="en-US" err="1"/>
              <a:t>Roboto</a:t>
            </a:r>
            <a:r>
              <a:rPr lang="en-US"/>
              <a:t> Regular 16 point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quarter" idx="12" hasCustomPrompt="1"/>
          </p:nvPr>
        </p:nvSpPr>
        <p:spPr>
          <a:xfrm>
            <a:off x="6557011" y="1854200"/>
            <a:ext cx="5120640" cy="4165600"/>
          </a:xfrm>
        </p:spPr>
        <p:txBody>
          <a:bodyPr/>
          <a:lstStyle/>
          <a:p>
            <a:pPr lvl="0"/>
            <a:r>
              <a:rPr lang="en-US"/>
              <a:t>First bullet, </a:t>
            </a:r>
            <a:r>
              <a:rPr lang="en-US" err="1"/>
              <a:t>Roboto</a:t>
            </a:r>
            <a:r>
              <a:rPr lang="en-US"/>
              <a:t> Regular 21point</a:t>
            </a:r>
          </a:p>
          <a:p>
            <a:pPr lvl="1"/>
            <a:r>
              <a:rPr lang="en-US"/>
              <a:t>Second bullet, </a:t>
            </a:r>
            <a:r>
              <a:rPr lang="en-US" err="1"/>
              <a:t>Roboto</a:t>
            </a:r>
            <a:r>
              <a:rPr lang="en-US"/>
              <a:t> Regular 18 point</a:t>
            </a:r>
          </a:p>
          <a:p>
            <a:pPr lvl="2"/>
            <a:r>
              <a:rPr lang="en-US"/>
              <a:t>Third bullet, </a:t>
            </a:r>
            <a:r>
              <a:rPr lang="en-US" err="1"/>
              <a:t>Roboto</a:t>
            </a:r>
            <a:r>
              <a:rPr lang="en-US"/>
              <a:t> Regular 16 point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4420" y="6006041"/>
            <a:ext cx="2464597" cy="851959"/>
          </a:xfrm>
          <a:prstGeom prst="rect">
            <a:avLst/>
          </a:prstGeom>
        </p:spPr>
      </p:pic>
      <p:sp>
        <p:nvSpPr>
          <p:cNvPr id="9" name="Right Triangle 8"/>
          <p:cNvSpPr/>
          <p:nvPr userDrawn="1"/>
        </p:nvSpPr>
        <p:spPr>
          <a:xfrm flipH="1" flipV="1">
            <a:off x="11603698" y="-1"/>
            <a:ext cx="585127" cy="1575171"/>
          </a:xfrm>
          <a:prstGeom prst="rtTriangle">
            <a:avLst/>
          </a:prstGeom>
          <a:solidFill>
            <a:srgbClr val="0432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/>
              <a:t>Headline goes here, </a:t>
            </a:r>
            <a:r>
              <a:rPr lang="en-US" err="1"/>
              <a:t>Roboto</a:t>
            </a:r>
            <a:r>
              <a:rPr lang="en-US"/>
              <a:t> Light, 36 points, can span two lines</a:t>
            </a:r>
          </a:p>
        </p:txBody>
      </p:sp>
      <p:grpSp>
        <p:nvGrpSpPr>
          <p:cNvPr id="12" name="Group 11"/>
          <p:cNvGrpSpPr/>
          <p:nvPr userDrawn="1"/>
        </p:nvGrpSpPr>
        <p:grpSpPr>
          <a:xfrm>
            <a:off x="-2141" y="2692400"/>
            <a:ext cx="2681841" cy="4165600"/>
            <a:chOff x="-2141" y="2692400"/>
            <a:chExt cx="2681841" cy="4165600"/>
          </a:xfrm>
        </p:grpSpPr>
        <p:sp>
          <p:nvSpPr>
            <p:cNvPr id="13" name="Right Triangle 12"/>
            <p:cNvSpPr/>
            <p:nvPr userDrawn="1"/>
          </p:nvSpPr>
          <p:spPr>
            <a:xfrm>
              <a:off x="-2141" y="2692400"/>
              <a:ext cx="1019671" cy="4165600"/>
            </a:xfrm>
            <a:prstGeom prst="rtTriangle">
              <a:avLst/>
            </a:prstGeom>
            <a:solidFill>
              <a:srgbClr val="FF7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ight Triangle 13"/>
            <p:cNvSpPr/>
            <p:nvPr userDrawn="1"/>
          </p:nvSpPr>
          <p:spPr>
            <a:xfrm rot="16200000" flipV="1">
              <a:off x="1163093" y="5341393"/>
              <a:ext cx="357506" cy="2675708"/>
            </a:xfrm>
            <a:prstGeom prst="rtTriangle">
              <a:avLst/>
            </a:prstGeom>
            <a:solidFill>
              <a:srgbClr val="FF4D00">
                <a:alpha val="87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6" name="TextBox 15"/>
          <p:cNvSpPr txBox="1"/>
          <p:nvPr userDrawn="1"/>
        </p:nvSpPr>
        <p:spPr>
          <a:xfrm>
            <a:off x="1017530" y="6359524"/>
            <a:ext cx="3117657" cy="17907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>
              <a:defRPr sz="1050">
                <a:solidFill>
                  <a:schemeClr val="tx2">
                    <a:lumMod val="50000"/>
                    <a:lumOff val="50000"/>
                  </a:schemeClr>
                </a:solidFill>
                <a:ea typeface="Arial" charset="0"/>
                <a:cs typeface="Arial" charset="0"/>
              </a:defRPr>
            </a:lvl1pPr>
          </a:lstStyle>
          <a:p>
            <a:pPr lvl="0"/>
            <a:r>
              <a:rPr lang="en-US" sz="1100" b="0" i="0">
                <a:solidFill>
                  <a:schemeClr val="tx1"/>
                </a:solidFill>
                <a:latin typeface="Roboto" charset="0"/>
                <a:ea typeface="Roboto" charset="0"/>
                <a:cs typeface="Roboto" charset="0"/>
              </a:rPr>
              <a:t>© Informatica. Proprietary and Confidential.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er Inf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ight Triangle 5"/>
          <p:cNvSpPr/>
          <p:nvPr userDrawn="1"/>
        </p:nvSpPr>
        <p:spPr>
          <a:xfrm flipH="1" flipV="1">
            <a:off x="11603698" y="-1"/>
            <a:ext cx="585127" cy="1575171"/>
          </a:xfrm>
          <a:prstGeom prst="rtTriangle">
            <a:avLst/>
          </a:prstGeom>
          <a:solidFill>
            <a:srgbClr val="0432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04420" y="6006041"/>
            <a:ext cx="2464597" cy="851959"/>
          </a:xfrm>
          <a:prstGeom prst="rect">
            <a:avLst/>
          </a:prstGeom>
        </p:spPr>
      </p:pic>
      <p:grpSp>
        <p:nvGrpSpPr>
          <p:cNvPr id="9" name="Group 8"/>
          <p:cNvGrpSpPr/>
          <p:nvPr userDrawn="1"/>
        </p:nvGrpSpPr>
        <p:grpSpPr>
          <a:xfrm>
            <a:off x="-2141" y="2692400"/>
            <a:ext cx="2681841" cy="4165600"/>
            <a:chOff x="-2141" y="2692400"/>
            <a:chExt cx="2681841" cy="4165600"/>
          </a:xfrm>
        </p:grpSpPr>
        <p:sp>
          <p:nvSpPr>
            <p:cNvPr id="10" name="Right Triangle 9"/>
            <p:cNvSpPr/>
            <p:nvPr userDrawn="1"/>
          </p:nvSpPr>
          <p:spPr>
            <a:xfrm>
              <a:off x="-2141" y="2692400"/>
              <a:ext cx="1019671" cy="4165600"/>
            </a:xfrm>
            <a:prstGeom prst="rtTriangle">
              <a:avLst/>
            </a:prstGeom>
            <a:solidFill>
              <a:srgbClr val="FF7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ight Triangle 10"/>
            <p:cNvSpPr/>
            <p:nvPr userDrawn="1"/>
          </p:nvSpPr>
          <p:spPr>
            <a:xfrm rot="16200000" flipV="1">
              <a:off x="1163093" y="5341393"/>
              <a:ext cx="357506" cy="2675708"/>
            </a:xfrm>
            <a:prstGeom prst="rtTriangle">
              <a:avLst/>
            </a:prstGeom>
            <a:solidFill>
              <a:srgbClr val="FF4D00">
                <a:alpha val="87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3" name="TextBox 12"/>
          <p:cNvSpPr txBox="1"/>
          <p:nvPr userDrawn="1"/>
        </p:nvSpPr>
        <p:spPr>
          <a:xfrm>
            <a:off x="1017530" y="6359524"/>
            <a:ext cx="3117657" cy="17907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>
              <a:defRPr sz="1050">
                <a:solidFill>
                  <a:schemeClr val="tx2">
                    <a:lumMod val="50000"/>
                    <a:lumOff val="50000"/>
                  </a:schemeClr>
                </a:solidFill>
                <a:ea typeface="Arial" charset="0"/>
                <a:cs typeface="Arial" charset="0"/>
              </a:defRPr>
            </a:lvl1pPr>
          </a:lstStyle>
          <a:p>
            <a:pPr lvl="0"/>
            <a:r>
              <a:rPr lang="en-US" sz="1100" b="0" i="0">
                <a:solidFill>
                  <a:schemeClr val="tx1"/>
                </a:solidFill>
                <a:latin typeface="Roboto" charset="0"/>
                <a:ea typeface="Roboto" charset="0"/>
                <a:cs typeface="Roboto" charset="0"/>
              </a:rPr>
              <a:t>© Informatica. Proprietary and Confidential.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2"/>
          </p:nvPr>
        </p:nvSpPr>
        <p:spPr>
          <a:xfrm>
            <a:off x="1946527" y="1716140"/>
            <a:ext cx="2718840" cy="2973388"/>
          </a:xfrm>
          <a:prstGeom prst="rect">
            <a:avLst/>
          </a:prstGeom>
          <a:solidFill>
            <a:schemeClr val="bg2"/>
          </a:solidFill>
        </p:spPr>
        <p:txBody>
          <a:bodyPr/>
          <a:lstStyle>
            <a:lvl1pPr marL="0" indent="0">
              <a:buNone/>
              <a:defRPr>
                <a:latin typeface="Roboto" charset="0"/>
                <a:ea typeface="Roboto" charset="0"/>
                <a:cs typeface="Roboto" charset="0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5" name="Content Placeholder 2"/>
          <p:cNvSpPr>
            <a:spLocks noGrp="1"/>
          </p:cNvSpPr>
          <p:nvPr>
            <p:ph idx="1" hasCustomPrompt="1"/>
          </p:nvPr>
        </p:nvSpPr>
        <p:spPr>
          <a:xfrm>
            <a:off x="5197642" y="1854200"/>
            <a:ext cx="6219384" cy="1119241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 algn="l">
              <a:lnSpc>
                <a:spcPct val="90000"/>
              </a:lnSpc>
              <a:buNone/>
              <a:defRPr sz="4000" b="0" i="0" baseline="0">
                <a:solidFill>
                  <a:schemeClr val="tx1"/>
                </a:solidFill>
                <a:latin typeface="Roboto Light" charset="0"/>
                <a:ea typeface="Roboto Light" charset="0"/>
                <a:cs typeface="Roboto Light" charset="0"/>
              </a:defRPr>
            </a:lvl1pPr>
          </a:lstStyle>
          <a:p>
            <a:pPr lvl="0"/>
            <a:r>
              <a:rPr lang="en-US"/>
              <a:t>Presenter’s Name goes here, </a:t>
            </a:r>
            <a:r>
              <a:rPr lang="en-US" err="1"/>
              <a:t>Roboto</a:t>
            </a:r>
            <a:r>
              <a:rPr lang="en-US"/>
              <a:t> Light 40 point</a:t>
            </a:r>
          </a:p>
        </p:txBody>
      </p:sp>
      <p:sp>
        <p:nvSpPr>
          <p:cNvPr id="16" name="Content Placeholder 7"/>
          <p:cNvSpPr>
            <a:spLocks noGrp="1"/>
          </p:cNvSpPr>
          <p:nvPr>
            <p:ph sz="quarter" idx="13" hasCustomPrompt="1"/>
          </p:nvPr>
        </p:nvSpPr>
        <p:spPr>
          <a:xfrm>
            <a:off x="5205334" y="3110084"/>
            <a:ext cx="6224666" cy="8151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0">
                <a:solidFill>
                  <a:schemeClr val="tx1"/>
                </a:solidFill>
                <a:latin typeface="Roboto" charset="0"/>
                <a:ea typeface="Roboto" charset="0"/>
                <a:cs typeface="Roboto" charset="0"/>
              </a:defRPr>
            </a:lvl1pPr>
            <a:lvl2pPr marL="243779" indent="0">
              <a:buNone/>
              <a:defRPr>
                <a:solidFill>
                  <a:schemeClr val="bg1"/>
                </a:solidFill>
              </a:defRPr>
            </a:lvl2pPr>
            <a:lvl3pPr marL="487558" indent="0">
              <a:buNone/>
              <a:defRPr>
                <a:solidFill>
                  <a:schemeClr val="bg1"/>
                </a:solidFill>
              </a:defRPr>
            </a:lvl3pPr>
            <a:lvl4pPr marL="1828343" indent="0">
              <a:buNone/>
              <a:defRPr>
                <a:solidFill>
                  <a:schemeClr val="bg1"/>
                </a:solidFill>
              </a:defRPr>
            </a:lvl4pPr>
            <a:lvl5pPr marL="243779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Presenter’s Title goes here, </a:t>
            </a:r>
            <a:r>
              <a:rPr lang="en-US" err="1"/>
              <a:t>Roboto</a:t>
            </a:r>
            <a:r>
              <a:rPr lang="en-US"/>
              <a:t> Regular, 20 point</a:t>
            </a:r>
          </a:p>
        </p:txBody>
      </p:sp>
      <p:sp>
        <p:nvSpPr>
          <p:cNvPr id="17" name="Content Placeholder 7"/>
          <p:cNvSpPr>
            <a:spLocks noGrp="1"/>
          </p:cNvSpPr>
          <p:nvPr>
            <p:ph sz="quarter" idx="14" hasCustomPrompt="1"/>
          </p:nvPr>
        </p:nvSpPr>
        <p:spPr>
          <a:xfrm>
            <a:off x="5205334" y="3925222"/>
            <a:ext cx="6224666" cy="76430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0">
                <a:solidFill>
                  <a:schemeClr val="tx1"/>
                </a:solidFill>
                <a:latin typeface="Roboto" charset="0"/>
                <a:ea typeface="Roboto" charset="0"/>
                <a:cs typeface="Roboto" charset="0"/>
              </a:defRPr>
            </a:lvl1pPr>
            <a:lvl2pPr marL="243779" indent="0">
              <a:buNone/>
              <a:defRPr>
                <a:solidFill>
                  <a:schemeClr val="bg1"/>
                </a:solidFill>
              </a:defRPr>
            </a:lvl2pPr>
            <a:lvl3pPr marL="487558" indent="0">
              <a:buNone/>
              <a:defRPr>
                <a:solidFill>
                  <a:schemeClr val="bg1"/>
                </a:solidFill>
              </a:defRPr>
            </a:lvl3pPr>
            <a:lvl4pPr marL="1828343" indent="0">
              <a:buNone/>
              <a:defRPr>
                <a:solidFill>
                  <a:schemeClr val="bg1"/>
                </a:solidFill>
              </a:defRPr>
            </a:lvl4pPr>
            <a:lvl5pPr marL="243779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Presenter’s email/contact info goes here, </a:t>
            </a:r>
            <a:br>
              <a:rPr lang="en-US"/>
            </a:br>
            <a:r>
              <a:rPr lang="en-US" err="1"/>
              <a:t>Roboto</a:t>
            </a:r>
            <a:r>
              <a:rPr lang="en-US"/>
              <a:t> Regular, 20 point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/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/>
          <p:cNvGrpSpPr/>
          <p:nvPr userDrawn="1"/>
        </p:nvGrpSpPr>
        <p:grpSpPr>
          <a:xfrm>
            <a:off x="-2141" y="2692400"/>
            <a:ext cx="2681841" cy="4165600"/>
            <a:chOff x="-2141" y="2692400"/>
            <a:chExt cx="2681841" cy="4165600"/>
          </a:xfrm>
        </p:grpSpPr>
        <p:sp>
          <p:nvSpPr>
            <p:cNvPr id="13" name="Right Triangle 12"/>
            <p:cNvSpPr/>
            <p:nvPr userDrawn="1"/>
          </p:nvSpPr>
          <p:spPr>
            <a:xfrm>
              <a:off x="-2141" y="2692400"/>
              <a:ext cx="1019671" cy="4165600"/>
            </a:xfrm>
            <a:prstGeom prst="rtTriangle">
              <a:avLst/>
            </a:prstGeom>
            <a:solidFill>
              <a:srgbClr val="FF7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ight Triangle 13"/>
            <p:cNvSpPr/>
            <p:nvPr userDrawn="1"/>
          </p:nvSpPr>
          <p:spPr>
            <a:xfrm rot="16200000" flipV="1">
              <a:off x="1163093" y="5341393"/>
              <a:ext cx="357506" cy="2675708"/>
            </a:xfrm>
            <a:prstGeom prst="rtTriangle">
              <a:avLst/>
            </a:prstGeom>
            <a:solidFill>
              <a:srgbClr val="FF4D00">
                <a:alpha val="87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04420" y="6006041"/>
            <a:ext cx="2464597" cy="851959"/>
          </a:xfrm>
          <a:prstGeom prst="rect">
            <a:avLst/>
          </a:prstGeom>
        </p:spPr>
      </p:pic>
      <p:sp>
        <p:nvSpPr>
          <p:cNvPr id="9" name="Right Triangle 8"/>
          <p:cNvSpPr/>
          <p:nvPr userDrawn="1"/>
        </p:nvSpPr>
        <p:spPr>
          <a:xfrm flipH="1" flipV="1">
            <a:off x="11603698" y="-1"/>
            <a:ext cx="585127" cy="1575171"/>
          </a:xfrm>
          <a:prstGeom prst="rtTriangle">
            <a:avLst/>
          </a:prstGeom>
          <a:solidFill>
            <a:srgbClr val="0432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 userDrawn="1"/>
        </p:nvSpPr>
        <p:spPr>
          <a:xfrm>
            <a:off x="1017530" y="6359524"/>
            <a:ext cx="3117657" cy="17907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>
              <a:defRPr sz="1050">
                <a:solidFill>
                  <a:schemeClr val="tx2">
                    <a:lumMod val="50000"/>
                    <a:lumOff val="50000"/>
                  </a:schemeClr>
                </a:solidFill>
                <a:ea typeface="Arial" charset="0"/>
                <a:cs typeface="Arial" charset="0"/>
              </a:defRPr>
            </a:lvl1pPr>
          </a:lstStyle>
          <a:p>
            <a:pPr lvl="0"/>
            <a:r>
              <a:rPr lang="en-US" sz="1100" b="0" i="0">
                <a:solidFill>
                  <a:schemeClr val="tx1"/>
                </a:solidFill>
                <a:latin typeface="Roboto" charset="0"/>
                <a:ea typeface="Roboto" charset="0"/>
                <a:cs typeface="Roboto" charset="0"/>
              </a:rPr>
              <a:t>© Informatica. Proprietary and Confidential.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82474" y="457201"/>
            <a:ext cx="11195177" cy="1047748"/>
          </a:xfrm>
        </p:spPr>
        <p:txBody>
          <a:bodyPr/>
          <a:lstStyle/>
          <a:p>
            <a:r>
              <a:rPr lang="en-US"/>
              <a:t>Headline goes here, </a:t>
            </a:r>
            <a:r>
              <a:rPr lang="en-US" err="1"/>
              <a:t>Roboto</a:t>
            </a:r>
            <a:r>
              <a:rPr lang="en-US"/>
              <a:t> Light, 36 points, can span two lines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11" hasCustomPrompt="1"/>
          </p:nvPr>
        </p:nvSpPr>
        <p:spPr>
          <a:xfrm>
            <a:off x="1017530" y="1854200"/>
            <a:ext cx="10107670" cy="383243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2100" i="1" baseline="0"/>
            </a:lvl1pPr>
            <a:lvl2pPr marL="169863" indent="0" algn="r">
              <a:spcAft>
                <a:spcPts val="0"/>
              </a:spcAft>
              <a:buNone/>
              <a:defRPr sz="1400" b="1" i="0" baseline="0">
                <a:solidFill>
                  <a:schemeClr val="accent1"/>
                </a:solidFill>
                <a:latin typeface="Roboto" charset="0"/>
                <a:ea typeface="Roboto" charset="0"/>
                <a:cs typeface="Roboto" charset="0"/>
              </a:defRPr>
            </a:lvl2pPr>
          </a:lstStyle>
          <a:p>
            <a:pPr lvl="0"/>
            <a:r>
              <a:rPr lang="en-US"/>
              <a:t>Quote goes here, </a:t>
            </a:r>
            <a:r>
              <a:rPr lang="en-US" err="1"/>
              <a:t>Roboto</a:t>
            </a:r>
            <a:r>
              <a:rPr lang="en-US"/>
              <a:t> Italic, size can be increased depending on length of quote</a:t>
            </a:r>
          </a:p>
          <a:p>
            <a:pPr lvl="1"/>
            <a:r>
              <a:rPr lang="en-US"/>
              <a:t>Attribution goes here, </a:t>
            </a:r>
            <a:r>
              <a:rPr lang="en-US" err="1"/>
              <a:t>Roboto</a:t>
            </a:r>
            <a:r>
              <a:rPr lang="en-US"/>
              <a:t> Bold 14 point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5"/>
          <p:cNvSpPr>
            <a:spLocks/>
          </p:cNvSpPr>
          <p:nvPr userDrawn="1"/>
        </p:nvSpPr>
        <p:spPr bwMode="auto">
          <a:xfrm>
            <a:off x="6885184" y="5000315"/>
            <a:ext cx="2699432" cy="1857685"/>
          </a:xfrm>
          <a:custGeom>
            <a:avLst/>
            <a:gdLst>
              <a:gd name="T0" fmla="*/ 0 w 3707"/>
              <a:gd name="T1" fmla="*/ 2548 h 2548"/>
              <a:gd name="T2" fmla="*/ 3707 w 3707"/>
              <a:gd name="T3" fmla="*/ 0 h 2548"/>
              <a:gd name="T4" fmla="*/ 3343 w 3707"/>
              <a:gd name="T5" fmla="*/ 2538 h 2548"/>
              <a:gd name="T6" fmla="*/ 0 w 3707"/>
              <a:gd name="T7" fmla="*/ 2548 h 2548"/>
              <a:gd name="connsiteX0" fmla="*/ 0 w 10000"/>
              <a:gd name="connsiteY0" fmla="*/ 10000 h 10000"/>
              <a:gd name="connsiteX1" fmla="*/ 10000 w 10000"/>
              <a:gd name="connsiteY1" fmla="*/ 0 h 10000"/>
              <a:gd name="connsiteX2" fmla="*/ 9018 w 10000"/>
              <a:gd name="connsiteY2" fmla="*/ 9984 h 10000"/>
              <a:gd name="connsiteX3" fmla="*/ 0 w 10000"/>
              <a:gd name="connsiteY3" fmla="*/ 10000 h 10000"/>
              <a:gd name="connsiteX0" fmla="*/ 0 w 10024"/>
              <a:gd name="connsiteY0" fmla="*/ 9877 h 9877"/>
              <a:gd name="connsiteX1" fmla="*/ 10024 w 10024"/>
              <a:gd name="connsiteY1" fmla="*/ 0 h 9877"/>
              <a:gd name="connsiteX2" fmla="*/ 9018 w 10024"/>
              <a:gd name="connsiteY2" fmla="*/ 9861 h 9877"/>
              <a:gd name="connsiteX3" fmla="*/ 0 w 10024"/>
              <a:gd name="connsiteY3" fmla="*/ 9877 h 9877"/>
              <a:gd name="connsiteX0" fmla="*/ 0 w 9974"/>
              <a:gd name="connsiteY0" fmla="*/ 10132 h 10132"/>
              <a:gd name="connsiteX1" fmla="*/ 9974 w 9974"/>
              <a:gd name="connsiteY1" fmla="*/ 0 h 10132"/>
              <a:gd name="connsiteX2" fmla="*/ 8996 w 9974"/>
              <a:gd name="connsiteY2" fmla="*/ 10116 h 10132"/>
              <a:gd name="connsiteX3" fmla="*/ 0 w 9974"/>
              <a:gd name="connsiteY3" fmla="*/ 10132 h 10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974" h="10132">
                <a:moveTo>
                  <a:pt x="0" y="10132"/>
                </a:moveTo>
                <a:lnTo>
                  <a:pt x="9974" y="0"/>
                </a:lnTo>
                <a:cubicBezTo>
                  <a:pt x="9648" y="3369"/>
                  <a:pt x="9323" y="6746"/>
                  <a:pt x="8996" y="10116"/>
                </a:cubicBezTo>
                <a:lnTo>
                  <a:pt x="0" y="10132"/>
                </a:lnTo>
                <a:close/>
              </a:path>
            </a:pathLst>
          </a:custGeom>
          <a:solidFill>
            <a:srgbClr val="FF4D00">
              <a:alpha val="90000"/>
            </a:srgbClr>
          </a:solidFill>
          <a:ln>
            <a:noFill/>
          </a:ln>
        </p:spPr>
        <p:txBody>
          <a:bodyPr vert="horz" wrap="square" lIns="60944" tIns="30472" rIns="60944" bIns="30472" numCol="1" anchor="t" anchorCtr="0" compatLnSpc="1">
            <a:prstTxWarp prst="textNoShape">
              <a:avLst/>
            </a:prstTxWarp>
          </a:bodyPr>
          <a:lstStyle/>
          <a:p>
            <a:r>
              <a:rPr lang="en-US" sz="1200"/>
              <a:t>`</a:t>
            </a:r>
          </a:p>
        </p:txBody>
      </p:sp>
      <p:sp>
        <p:nvSpPr>
          <p:cNvPr id="18" name="Freeform 17"/>
          <p:cNvSpPr/>
          <p:nvPr userDrawn="1"/>
        </p:nvSpPr>
        <p:spPr>
          <a:xfrm>
            <a:off x="-9986" y="1610"/>
            <a:ext cx="9595159" cy="6865102"/>
          </a:xfrm>
          <a:custGeom>
            <a:avLst/>
            <a:gdLst>
              <a:gd name="connsiteX0" fmla="*/ 0 w 9595159"/>
              <a:gd name="connsiteY0" fmla="*/ 0 h 6865102"/>
              <a:gd name="connsiteX1" fmla="*/ 1927239 w 9595159"/>
              <a:gd name="connsiteY1" fmla="*/ 0 h 6865102"/>
              <a:gd name="connsiteX2" fmla="*/ 6715756 w 9595159"/>
              <a:gd name="connsiteY2" fmla="*/ 997734 h 6865102"/>
              <a:gd name="connsiteX3" fmla="*/ 9595159 w 9595159"/>
              <a:gd name="connsiteY3" fmla="*/ 4998284 h 6865102"/>
              <a:gd name="connsiteX4" fmla="*/ 7522445 w 9595159"/>
              <a:gd name="connsiteY4" fmla="*/ 6859281 h 6865102"/>
              <a:gd name="connsiteX5" fmla="*/ 0 w 9595159"/>
              <a:gd name="connsiteY5" fmla="*/ 6865102 h 68651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595159" h="6865102">
                <a:moveTo>
                  <a:pt x="0" y="0"/>
                </a:moveTo>
                <a:lnTo>
                  <a:pt x="1927239" y="0"/>
                </a:lnTo>
                <a:lnTo>
                  <a:pt x="6715756" y="997734"/>
                </a:lnTo>
                <a:lnTo>
                  <a:pt x="9595159" y="4998284"/>
                </a:lnTo>
                <a:lnTo>
                  <a:pt x="7522445" y="6859281"/>
                </a:lnTo>
                <a:lnTo>
                  <a:pt x="0" y="6865102"/>
                </a:lnTo>
                <a:close/>
              </a:path>
            </a:pathLst>
          </a:custGeom>
          <a:solidFill>
            <a:srgbClr val="FF7D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0944" tIns="30472" rIns="60944" bIns="3047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200"/>
          </a:p>
        </p:txBody>
      </p:sp>
      <p:sp>
        <p:nvSpPr>
          <p:cNvPr id="7" name="Freeform: Shape 6"/>
          <p:cNvSpPr/>
          <p:nvPr userDrawn="1"/>
        </p:nvSpPr>
        <p:spPr>
          <a:xfrm>
            <a:off x="5703607" y="-4993"/>
            <a:ext cx="6487721" cy="4409962"/>
          </a:xfrm>
          <a:custGeom>
            <a:avLst/>
            <a:gdLst>
              <a:gd name="connsiteX0" fmla="*/ 0 w 9236676"/>
              <a:gd name="connsiteY0" fmla="*/ 0 h 6573795"/>
              <a:gd name="connsiteX1" fmla="*/ 4726459 w 9236676"/>
              <a:gd name="connsiteY1" fmla="*/ 6573795 h 6573795"/>
              <a:gd name="connsiteX2" fmla="*/ 9236676 w 9236676"/>
              <a:gd name="connsiteY2" fmla="*/ 2823519 h 6573795"/>
              <a:gd name="connsiteX3" fmla="*/ 9236676 w 9236676"/>
              <a:gd name="connsiteY3" fmla="*/ 12357 h 6573795"/>
              <a:gd name="connsiteX4" fmla="*/ 0 w 9236676"/>
              <a:gd name="connsiteY4" fmla="*/ 0 h 6573795"/>
              <a:gd name="connsiteX0" fmla="*/ 0 w 9236676"/>
              <a:gd name="connsiteY0" fmla="*/ 0 h 6326963"/>
              <a:gd name="connsiteX1" fmla="*/ 4824631 w 9236676"/>
              <a:gd name="connsiteY1" fmla="*/ 6326963 h 6326963"/>
              <a:gd name="connsiteX2" fmla="*/ 9236676 w 9236676"/>
              <a:gd name="connsiteY2" fmla="*/ 2823519 h 6326963"/>
              <a:gd name="connsiteX3" fmla="*/ 9236676 w 9236676"/>
              <a:gd name="connsiteY3" fmla="*/ 12357 h 6326963"/>
              <a:gd name="connsiteX4" fmla="*/ 0 w 9236676"/>
              <a:gd name="connsiteY4" fmla="*/ 0 h 6326963"/>
              <a:gd name="connsiteX0" fmla="*/ 0 w 9236676"/>
              <a:gd name="connsiteY0" fmla="*/ 0 h 6607454"/>
              <a:gd name="connsiteX1" fmla="*/ 4726459 w 9236676"/>
              <a:gd name="connsiteY1" fmla="*/ 6607454 h 6607454"/>
              <a:gd name="connsiteX2" fmla="*/ 9236676 w 9236676"/>
              <a:gd name="connsiteY2" fmla="*/ 2823519 h 6607454"/>
              <a:gd name="connsiteX3" fmla="*/ 9236676 w 9236676"/>
              <a:gd name="connsiteY3" fmla="*/ 12357 h 6607454"/>
              <a:gd name="connsiteX4" fmla="*/ 0 w 9236676"/>
              <a:gd name="connsiteY4" fmla="*/ 0 h 6607454"/>
              <a:gd name="connsiteX0" fmla="*/ 0 w 9236676"/>
              <a:gd name="connsiteY0" fmla="*/ 35327 h 6642781"/>
              <a:gd name="connsiteX1" fmla="*/ 4726459 w 9236676"/>
              <a:gd name="connsiteY1" fmla="*/ 6642781 h 6642781"/>
              <a:gd name="connsiteX2" fmla="*/ 9236676 w 9236676"/>
              <a:gd name="connsiteY2" fmla="*/ 2858846 h 6642781"/>
              <a:gd name="connsiteX3" fmla="*/ 8956185 w 9236676"/>
              <a:gd name="connsiteY3" fmla="*/ 0 h 6642781"/>
              <a:gd name="connsiteX4" fmla="*/ 0 w 9236676"/>
              <a:gd name="connsiteY4" fmla="*/ 35327 h 6642781"/>
              <a:gd name="connsiteX0" fmla="*/ 0 w 9236676"/>
              <a:gd name="connsiteY0" fmla="*/ 0 h 6607454"/>
              <a:gd name="connsiteX1" fmla="*/ 4726459 w 9236676"/>
              <a:gd name="connsiteY1" fmla="*/ 6607454 h 6607454"/>
              <a:gd name="connsiteX2" fmla="*/ 9236676 w 9236676"/>
              <a:gd name="connsiteY2" fmla="*/ 2823519 h 6607454"/>
              <a:gd name="connsiteX3" fmla="*/ 9208627 w 9236676"/>
              <a:gd name="connsiteY3" fmla="*/ 6747 h 6607454"/>
              <a:gd name="connsiteX4" fmla="*/ 0 w 9236676"/>
              <a:gd name="connsiteY4" fmla="*/ 0 h 6607454"/>
              <a:gd name="connsiteX0" fmla="*/ 0 w 9217041"/>
              <a:gd name="connsiteY0" fmla="*/ 0 h 6607454"/>
              <a:gd name="connsiteX1" fmla="*/ 4726459 w 9217041"/>
              <a:gd name="connsiteY1" fmla="*/ 6607454 h 6607454"/>
              <a:gd name="connsiteX2" fmla="*/ 9217041 w 9217041"/>
              <a:gd name="connsiteY2" fmla="*/ 2823519 h 6607454"/>
              <a:gd name="connsiteX3" fmla="*/ 9208627 w 9217041"/>
              <a:gd name="connsiteY3" fmla="*/ 6747 h 6607454"/>
              <a:gd name="connsiteX4" fmla="*/ 0 w 9217041"/>
              <a:gd name="connsiteY4" fmla="*/ 0 h 6607454"/>
              <a:gd name="connsiteX0" fmla="*/ 0 w 9217041"/>
              <a:gd name="connsiteY0" fmla="*/ 0 h 6607454"/>
              <a:gd name="connsiteX1" fmla="*/ 4726459 w 9217041"/>
              <a:gd name="connsiteY1" fmla="*/ 6607454 h 6607454"/>
              <a:gd name="connsiteX2" fmla="*/ 9217041 w 9217041"/>
              <a:gd name="connsiteY2" fmla="*/ 2823519 h 6607454"/>
              <a:gd name="connsiteX3" fmla="*/ 9183383 w 9217041"/>
              <a:gd name="connsiteY3" fmla="*/ 6747 h 6607454"/>
              <a:gd name="connsiteX4" fmla="*/ 0 w 9217041"/>
              <a:gd name="connsiteY4" fmla="*/ 0 h 6607454"/>
              <a:gd name="connsiteX0" fmla="*/ 0 w 9217041"/>
              <a:gd name="connsiteY0" fmla="*/ 0 h 6607454"/>
              <a:gd name="connsiteX1" fmla="*/ 4726459 w 9217041"/>
              <a:gd name="connsiteY1" fmla="*/ 6607454 h 6607454"/>
              <a:gd name="connsiteX2" fmla="*/ 9217041 w 9217041"/>
              <a:gd name="connsiteY2" fmla="*/ 2823519 h 6607454"/>
              <a:gd name="connsiteX3" fmla="*/ 9197407 w 9217041"/>
              <a:gd name="connsiteY3" fmla="*/ 6747 h 6607454"/>
              <a:gd name="connsiteX4" fmla="*/ 0 w 9217041"/>
              <a:gd name="connsiteY4" fmla="*/ 0 h 6607454"/>
              <a:gd name="connsiteX0" fmla="*/ 0 w 9231065"/>
              <a:gd name="connsiteY0" fmla="*/ 0 h 6607454"/>
              <a:gd name="connsiteX1" fmla="*/ 4740483 w 9231065"/>
              <a:gd name="connsiteY1" fmla="*/ 6607454 h 6607454"/>
              <a:gd name="connsiteX2" fmla="*/ 9231065 w 9231065"/>
              <a:gd name="connsiteY2" fmla="*/ 2823519 h 6607454"/>
              <a:gd name="connsiteX3" fmla="*/ 9211431 w 9231065"/>
              <a:gd name="connsiteY3" fmla="*/ 6747 h 6607454"/>
              <a:gd name="connsiteX4" fmla="*/ 0 w 9231065"/>
              <a:gd name="connsiteY4" fmla="*/ 0 h 6607454"/>
              <a:gd name="connsiteX0" fmla="*/ 0 w 9748791"/>
              <a:gd name="connsiteY0" fmla="*/ 0 h 6607454"/>
              <a:gd name="connsiteX1" fmla="*/ 4740483 w 9748791"/>
              <a:gd name="connsiteY1" fmla="*/ 6607454 h 6607454"/>
              <a:gd name="connsiteX2" fmla="*/ 9231065 w 9748791"/>
              <a:gd name="connsiteY2" fmla="*/ 2823519 h 6607454"/>
              <a:gd name="connsiteX3" fmla="*/ 9748781 w 9748791"/>
              <a:gd name="connsiteY3" fmla="*/ 18177 h 6607454"/>
              <a:gd name="connsiteX4" fmla="*/ 0 w 9748791"/>
              <a:gd name="connsiteY4" fmla="*/ 0 h 6607454"/>
              <a:gd name="connsiteX0" fmla="*/ 0 w 9749048"/>
              <a:gd name="connsiteY0" fmla="*/ 0 h 6607454"/>
              <a:gd name="connsiteX1" fmla="*/ 4740483 w 9749048"/>
              <a:gd name="connsiteY1" fmla="*/ 6607454 h 6607454"/>
              <a:gd name="connsiteX2" fmla="*/ 9734116 w 9749048"/>
              <a:gd name="connsiteY2" fmla="*/ 2389179 h 6607454"/>
              <a:gd name="connsiteX3" fmla="*/ 9748781 w 9749048"/>
              <a:gd name="connsiteY3" fmla="*/ 18177 h 6607454"/>
              <a:gd name="connsiteX4" fmla="*/ 0 w 9749048"/>
              <a:gd name="connsiteY4" fmla="*/ 0 h 6607454"/>
              <a:gd name="connsiteX0" fmla="*/ 0 w 9749048"/>
              <a:gd name="connsiteY0" fmla="*/ 0 h 6607454"/>
              <a:gd name="connsiteX1" fmla="*/ 4740483 w 9749048"/>
              <a:gd name="connsiteY1" fmla="*/ 6607454 h 6607454"/>
              <a:gd name="connsiteX2" fmla="*/ 9734116 w 9749048"/>
              <a:gd name="connsiteY2" fmla="*/ 2389179 h 6607454"/>
              <a:gd name="connsiteX3" fmla="*/ 9748781 w 9749048"/>
              <a:gd name="connsiteY3" fmla="*/ 8972 h 6607454"/>
              <a:gd name="connsiteX4" fmla="*/ 0 w 9749048"/>
              <a:gd name="connsiteY4" fmla="*/ 0 h 6607454"/>
              <a:gd name="connsiteX0" fmla="*/ 0 w 9734116"/>
              <a:gd name="connsiteY0" fmla="*/ 0 h 6607454"/>
              <a:gd name="connsiteX1" fmla="*/ 4740483 w 9734116"/>
              <a:gd name="connsiteY1" fmla="*/ 6607454 h 6607454"/>
              <a:gd name="connsiteX2" fmla="*/ 9734116 w 9734116"/>
              <a:gd name="connsiteY2" fmla="*/ 2389179 h 6607454"/>
              <a:gd name="connsiteX3" fmla="*/ 9699391 w 9734116"/>
              <a:gd name="connsiteY3" fmla="*/ 69321 h 6607454"/>
              <a:gd name="connsiteX4" fmla="*/ 0 w 9734116"/>
              <a:gd name="connsiteY4" fmla="*/ 0 h 6607454"/>
              <a:gd name="connsiteX0" fmla="*/ 0 w 9734116"/>
              <a:gd name="connsiteY0" fmla="*/ 7490 h 6614944"/>
              <a:gd name="connsiteX1" fmla="*/ 4740483 w 9734116"/>
              <a:gd name="connsiteY1" fmla="*/ 6614944 h 6614944"/>
              <a:gd name="connsiteX2" fmla="*/ 9734116 w 9734116"/>
              <a:gd name="connsiteY2" fmla="*/ 2396669 h 6614944"/>
              <a:gd name="connsiteX3" fmla="*/ 9732319 w 9734116"/>
              <a:gd name="connsiteY3" fmla="*/ 0 h 6614944"/>
              <a:gd name="connsiteX4" fmla="*/ 0 w 9734116"/>
              <a:gd name="connsiteY4" fmla="*/ 7490 h 66149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734116" h="6614944">
                <a:moveTo>
                  <a:pt x="0" y="7490"/>
                </a:moveTo>
                <a:lnTo>
                  <a:pt x="4740483" y="6614944"/>
                </a:lnTo>
                <a:lnTo>
                  <a:pt x="9734116" y="2396669"/>
                </a:lnTo>
                <a:cubicBezTo>
                  <a:pt x="9731311" y="1457745"/>
                  <a:pt x="9735124" y="938924"/>
                  <a:pt x="9732319" y="0"/>
                </a:cubicBezTo>
                <a:lnTo>
                  <a:pt x="0" y="7490"/>
                </a:lnTo>
                <a:close/>
              </a:path>
            </a:pathLst>
          </a:custGeom>
          <a:solidFill>
            <a:srgbClr val="FF4D00">
              <a:alpha val="8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0944" tIns="30472" rIns="60944" bIns="3047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200"/>
          </a:p>
        </p:txBody>
      </p:sp>
      <p:sp>
        <p:nvSpPr>
          <p:cNvPr id="8" name="Right Triangle 7"/>
          <p:cNvSpPr/>
          <p:nvPr userDrawn="1"/>
        </p:nvSpPr>
        <p:spPr>
          <a:xfrm flipH="1">
            <a:off x="11856047" y="5935979"/>
            <a:ext cx="342765" cy="922021"/>
          </a:xfrm>
          <a:prstGeom prst="rtTriangle">
            <a:avLst/>
          </a:prstGeom>
          <a:solidFill>
            <a:srgbClr val="0432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0944" tIns="30472" rIns="60944" bIns="3047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200"/>
          </a:p>
        </p:txBody>
      </p:sp>
      <p:sp>
        <p:nvSpPr>
          <p:cNvPr id="9" name="Freeform: Shape 8"/>
          <p:cNvSpPr/>
          <p:nvPr userDrawn="1"/>
        </p:nvSpPr>
        <p:spPr>
          <a:xfrm>
            <a:off x="1891576" y="-883"/>
            <a:ext cx="4485778" cy="935421"/>
          </a:xfrm>
          <a:custGeom>
            <a:avLst/>
            <a:gdLst>
              <a:gd name="connsiteX0" fmla="*/ 0 w 6664960"/>
              <a:gd name="connsiteY0" fmla="*/ 0 h 1471168"/>
              <a:gd name="connsiteX1" fmla="*/ 365760 w 6664960"/>
              <a:gd name="connsiteY1" fmla="*/ 0 h 1471168"/>
              <a:gd name="connsiteX2" fmla="*/ 6421120 w 6664960"/>
              <a:gd name="connsiteY2" fmla="*/ 1125728 h 1471168"/>
              <a:gd name="connsiteX3" fmla="*/ 6664960 w 6664960"/>
              <a:gd name="connsiteY3" fmla="*/ 1471168 h 1471168"/>
              <a:gd name="connsiteX4" fmla="*/ 0 w 6664960"/>
              <a:gd name="connsiteY4" fmla="*/ 0 h 1471168"/>
              <a:gd name="connsiteX0" fmla="*/ 0 w 6715760"/>
              <a:gd name="connsiteY0" fmla="*/ 0 h 1471168"/>
              <a:gd name="connsiteX1" fmla="*/ 416560 w 6715760"/>
              <a:gd name="connsiteY1" fmla="*/ 0 h 1471168"/>
              <a:gd name="connsiteX2" fmla="*/ 6471920 w 6715760"/>
              <a:gd name="connsiteY2" fmla="*/ 1125728 h 1471168"/>
              <a:gd name="connsiteX3" fmla="*/ 6715760 w 6715760"/>
              <a:gd name="connsiteY3" fmla="*/ 1471168 h 1471168"/>
              <a:gd name="connsiteX4" fmla="*/ 0 w 6715760"/>
              <a:gd name="connsiteY4" fmla="*/ 0 h 1471168"/>
              <a:gd name="connsiteX0" fmla="*/ 0 w 6742497"/>
              <a:gd name="connsiteY0" fmla="*/ 0 h 1471168"/>
              <a:gd name="connsiteX1" fmla="*/ 443297 w 6742497"/>
              <a:gd name="connsiteY1" fmla="*/ 0 h 1471168"/>
              <a:gd name="connsiteX2" fmla="*/ 6498657 w 6742497"/>
              <a:gd name="connsiteY2" fmla="*/ 1125728 h 1471168"/>
              <a:gd name="connsiteX3" fmla="*/ 6742497 w 6742497"/>
              <a:gd name="connsiteY3" fmla="*/ 1471168 h 1471168"/>
              <a:gd name="connsiteX4" fmla="*/ 0 w 6742497"/>
              <a:gd name="connsiteY4" fmla="*/ 0 h 1471168"/>
              <a:gd name="connsiteX0" fmla="*/ 0 w 6704397"/>
              <a:gd name="connsiteY0" fmla="*/ 0 h 1409936"/>
              <a:gd name="connsiteX1" fmla="*/ 443297 w 6704397"/>
              <a:gd name="connsiteY1" fmla="*/ 0 h 1409936"/>
              <a:gd name="connsiteX2" fmla="*/ 6498657 w 6704397"/>
              <a:gd name="connsiteY2" fmla="*/ 1125728 h 1409936"/>
              <a:gd name="connsiteX3" fmla="*/ 6704397 w 6704397"/>
              <a:gd name="connsiteY3" fmla="*/ 1409936 h 1409936"/>
              <a:gd name="connsiteX4" fmla="*/ 0 w 6704397"/>
              <a:gd name="connsiteY4" fmla="*/ 0 h 1409936"/>
              <a:gd name="connsiteX0" fmla="*/ 0 w 6728889"/>
              <a:gd name="connsiteY0" fmla="*/ 0 h 1409936"/>
              <a:gd name="connsiteX1" fmla="*/ 467789 w 6728889"/>
              <a:gd name="connsiteY1" fmla="*/ 0 h 1409936"/>
              <a:gd name="connsiteX2" fmla="*/ 6523149 w 6728889"/>
              <a:gd name="connsiteY2" fmla="*/ 1125728 h 1409936"/>
              <a:gd name="connsiteX3" fmla="*/ 6728889 w 6728889"/>
              <a:gd name="connsiteY3" fmla="*/ 1409936 h 1409936"/>
              <a:gd name="connsiteX4" fmla="*/ 0 w 6728889"/>
              <a:gd name="connsiteY4" fmla="*/ 0 h 1409936"/>
              <a:gd name="connsiteX0" fmla="*/ 0 w 6711200"/>
              <a:gd name="connsiteY0" fmla="*/ 4082 h 1409936"/>
              <a:gd name="connsiteX1" fmla="*/ 450100 w 6711200"/>
              <a:gd name="connsiteY1" fmla="*/ 0 h 1409936"/>
              <a:gd name="connsiteX2" fmla="*/ 6505460 w 6711200"/>
              <a:gd name="connsiteY2" fmla="*/ 1125728 h 1409936"/>
              <a:gd name="connsiteX3" fmla="*/ 6711200 w 6711200"/>
              <a:gd name="connsiteY3" fmla="*/ 1409936 h 1409936"/>
              <a:gd name="connsiteX4" fmla="*/ 0 w 6711200"/>
              <a:gd name="connsiteY4" fmla="*/ 4082 h 1409936"/>
              <a:gd name="connsiteX0" fmla="*/ 0 w 6724807"/>
              <a:gd name="connsiteY0" fmla="*/ 10885 h 1409936"/>
              <a:gd name="connsiteX1" fmla="*/ 463707 w 6724807"/>
              <a:gd name="connsiteY1" fmla="*/ 0 h 1409936"/>
              <a:gd name="connsiteX2" fmla="*/ 6519067 w 6724807"/>
              <a:gd name="connsiteY2" fmla="*/ 1125728 h 1409936"/>
              <a:gd name="connsiteX3" fmla="*/ 6724807 w 6724807"/>
              <a:gd name="connsiteY3" fmla="*/ 1409936 h 1409936"/>
              <a:gd name="connsiteX4" fmla="*/ 0 w 6724807"/>
              <a:gd name="connsiteY4" fmla="*/ 10885 h 1409936"/>
              <a:gd name="connsiteX0" fmla="*/ 0 w 6724807"/>
              <a:gd name="connsiteY0" fmla="*/ 4081 h 1403132"/>
              <a:gd name="connsiteX1" fmla="*/ 477314 w 6724807"/>
              <a:gd name="connsiteY1" fmla="*/ 0 h 1403132"/>
              <a:gd name="connsiteX2" fmla="*/ 6519067 w 6724807"/>
              <a:gd name="connsiteY2" fmla="*/ 1118924 h 1403132"/>
              <a:gd name="connsiteX3" fmla="*/ 6724807 w 6724807"/>
              <a:gd name="connsiteY3" fmla="*/ 1403132 h 1403132"/>
              <a:gd name="connsiteX4" fmla="*/ 0 w 6724807"/>
              <a:gd name="connsiteY4" fmla="*/ 4081 h 1403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24807" h="1403132">
                <a:moveTo>
                  <a:pt x="0" y="4081"/>
                </a:moveTo>
                <a:lnTo>
                  <a:pt x="477314" y="0"/>
                </a:lnTo>
                <a:lnTo>
                  <a:pt x="6519067" y="1118924"/>
                </a:lnTo>
                <a:lnTo>
                  <a:pt x="6724807" y="1403132"/>
                </a:lnTo>
                <a:lnTo>
                  <a:pt x="0" y="4081"/>
                </a:lnTo>
                <a:close/>
              </a:path>
            </a:pathLst>
          </a:custGeom>
          <a:solidFill>
            <a:srgbClr val="FF7D00">
              <a:alpha val="7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0944" tIns="30472" rIns="60944" bIns="3047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200"/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0" hasCustomPrompt="1"/>
          </p:nvPr>
        </p:nvSpPr>
        <p:spPr>
          <a:xfrm>
            <a:off x="1160547" y="2113110"/>
            <a:ext cx="5702946" cy="426890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2400" b="0" i="0">
                <a:solidFill>
                  <a:schemeClr val="bg1"/>
                </a:solidFill>
                <a:latin typeface="Roboto" charset="0"/>
                <a:ea typeface="Roboto" charset="0"/>
                <a:cs typeface="Roboto" charset="0"/>
              </a:defRPr>
            </a:lvl1pPr>
            <a:lvl2pPr marL="457108" indent="0">
              <a:buNone/>
              <a:defRPr/>
            </a:lvl2pPr>
            <a:lvl3pPr marL="914217" indent="0">
              <a:buNone/>
              <a:defRPr/>
            </a:lvl3pPr>
            <a:lvl4pPr marL="1371326" indent="0">
              <a:buNone/>
              <a:defRPr/>
            </a:lvl4pPr>
            <a:lvl5pPr marL="1828435" indent="0">
              <a:buNone/>
              <a:defRPr/>
            </a:lvl5pPr>
          </a:lstStyle>
          <a:p>
            <a:pPr lvl="0"/>
            <a:r>
              <a:rPr lang="en-US"/>
              <a:t>Date </a:t>
            </a:r>
            <a:r>
              <a:rPr lang="en-US" err="1"/>
              <a:t>Roboto</a:t>
            </a:r>
            <a:r>
              <a:rPr lang="en-US"/>
              <a:t> 24 Point</a:t>
            </a:r>
          </a:p>
        </p:txBody>
      </p:sp>
      <p:sp>
        <p:nvSpPr>
          <p:cNvPr id="24" name="Text Placeholder 23"/>
          <p:cNvSpPr>
            <a:spLocks noGrp="1"/>
          </p:cNvSpPr>
          <p:nvPr>
            <p:ph type="body" sz="quarter" idx="11" hasCustomPrompt="1"/>
          </p:nvPr>
        </p:nvSpPr>
        <p:spPr>
          <a:xfrm>
            <a:off x="1160547" y="3103006"/>
            <a:ext cx="7339764" cy="157450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5399" b="0" i="0">
                <a:solidFill>
                  <a:schemeClr val="bg1"/>
                </a:solidFill>
                <a:latin typeface="Roboto Light" charset="0"/>
                <a:ea typeface="Roboto Light" charset="0"/>
                <a:cs typeface="Roboto Light" charset="0"/>
              </a:defRPr>
            </a:lvl1pPr>
            <a:lvl2pPr marL="457108" indent="0">
              <a:buNone/>
              <a:defRPr/>
            </a:lvl2pPr>
            <a:lvl3pPr marL="914217" indent="0">
              <a:buNone/>
              <a:defRPr/>
            </a:lvl3pPr>
            <a:lvl4pPr marL="1371326" indent="0">
              <a:buNone/>
              <a:defRPr/>
            </a:lvl4pPr>
            <a:lvl5pPr marL="1828435" indent="0">
              <a:buNone/>
              <a:defRPr/>
            </a:lvl5pPr>
          </a:lstStyle>
          <a:p>
            <a:r>
              <a:rPr lang="en-US"/>
              <a:t>Title Goes Here </a:t>
            </a:r>
            <a:br>
              <a:rPr lang="en-US"/>
            </a:br>
            <a:r>
              <a:rPr lang="en-US" err="1"/>
              <a:t>Roboto</a:t>
            </a:r>
            <a:r>
              <a:rPr lang="en-US"/>
              <a:t> 54 Point</a:t>
            </a:r>
          </a:p>
        </p:txBody>
      </p:sp>
      <p:sp>
        <p:nvSpPr>
          <p:cNvPr id="26" name="Text Placeholder 25"/>
          <p:cNvSpPr>
            <a:spLocks noGrp="1"/>
          </p:cNvSpPr>
          <p:nvPr>
            <p:ph type="body" sz="quarter" idx="12" hasCustomPrompt="1"/>
          </p:nvPr>
        </p:nvSpPr>
        <p:spPr>
          <a:xfrm>
            <a:off x="1160547" y="4920181"/>
            <a:ext cx="6400800" cy="28957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="0" i="0" baseline="0">
                <a:solidFill>
                  <a:schemeClr val="bg1"/>
                </a:solidFill>
                <a:latin typeface="Roboto" charset="0"/>
                <a:ea typeface="Roboto" charset="0"/>
                <a:cs typeface="Roboto" charset="0"/>
              </a:defRPr>
            </a:lvl1pPr>
            <a:lvl2pPr marL="457108" indent="0">
              <a:buNone/>
              <a:defRPr/>
            </a:lvl2pPr>
            <a:lvl3pPr marL="914217" indent="0">
              <a:buNone/>
              <a:defRPr/>
            </a:lvl3pPr>
            <a:lvl4pPr marL="1371326" indent="0">
              <a:buNone/>
              <a:defRPr/>
            </a:lvl4pPr>
            <a:lvl5pPr marL="1828435" indent="0">
              <a:buNone/>
              <a:defRPr/>
            </a:lvl5pPr>
          </a:lstStyle>
          <a:p>
            <a:pPr lvl="0"/>
            <a:r>
              <a:rPr lang="en-US"/>
              <a:t>Speaker Name, </a:t>
            </a:r>
            <a:r>
              <a:rPr lang="en-US" err="1"/>
              <a:t>Roboto</a:t>
            </a:r>
            <a:r>
              <a:rPr lang="en-US"/>
              <a:t> Regular 21 Point</a:t>
            </a:r>
          </a:p>
        </p:txBody>
      </p:sp>
      <p:sp>
        <p:nvSpPr>
          <p:cNvPr id="28" name="Text Placeholder 27"/>
          <p:cNvSpPr>
            <a:spLocks noGrp="1"/>
          </p:cNvSpPr>
          <p:nvPr>
            <p:ph type="body" sz="quarter" idx="13" hasCustomPrompt="1"/>
          </p:nvPr>
        </p:nvSpPr>
        <p:spPr>
          <a:xfrm>
            <a:off x="1160547" y="5289435"/>
            <a:ext cx="6400800" cy="29104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i="1" baseline="0">
                <a:solidFill>
                  <a:schemeClr val="bg1"/>
                </a:solidFill>
              </a:defRPr>
            </a:lvl1pPr>
            <a:lvl2pPr marL="457108" indent="0">
              <a:buNone/>
              <a:defRPr/>
            </a:lvl2pPr>
            <a:lvl3pPr marL="914217" indent="0">
              <a:buNone/>
              <a:defRPr/>
            </a:lvl3pPr>
            <a:lvl4pPr marL="1371326" indent="0">
              <a:buNone/>
              <a:defRPr/>
            </a:lvl4pPr>
            <a:lvl5pPr marL="1828435" indent="0">
              <a:buNone/>
              <a:defRPr/>
            </a:lvl5pPr>
          </a:lstStyle>
          <a:p>
            <a:pPr lvl="0"/>
            <a:r>
              <a:rPr lang="en-US"/>
              <a:t>Speaker Title or Email, </a:t>
            </a:r>
            <a:r>
              <a:rPr lang="en-US" err="1"/>
              <a:t>Roboto</a:t>
            </a:r>
            <a:r>
              <a:rPr lang="en-US"/>
              <a:t> Italic 21 Point</a:t>
            </a:r>
          </a:p>
        </p:txBody>
      </p:sp>
      <p:pic>
        <p:nvPicPr>
          <p:cNvPr id="15" name="Picture 1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04420" y="6006041"/>
            <a:ext cx="2464597" cy="8519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29217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ig Idea slide">
    <p:bg>
      <p:bgPr>
        <a:solidFill>
          <a:schemeClr val="bg1">
            <a:alpha val="86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/>
          <p:cNvPicPr>
            <a:picLocks noChangeAspect="1"/>
          </p:cNvPicPr>
          <p:nvPr userDrawn="1"/>
        </p:nvPicPr>
        <p:blipFill>
          <a:blip r:embed="rId2">
            <a:alphaModFix amt="16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115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-1"/>
            <a:ext cx="12192001" cy="6858000"/>
          </a:xfrm>
          <a:prstGeom prst="rect">
            <a:avLst/>
          </a:prstGeom>
          <a:gradFill>
            <a:gsLst>
              <a:gs pos="0">
                <a:schemeClr val="accent1"/>
              </a:gs>
              <a:gs pos="16000">
                <a:schemeClr val="accent2"/>
              </a:gs>
              <a:gs pos="0">
                <a:schemeClr val="accent1"/>
              </a:gs>
            </a:gsLst>
            <a:lin ang="16200000" scaled="1"/>
          </a:gradFill>
        </p:spPr>
      </p:pic>
      <p:sp>
        <p:nvSpPr>
          <p:cNvPr id="5" name="Triangle 4"/>
          <p:cNvSpPr/>
          <p:nvPr userDrawn="1"/>
        </p:nvSpPr>
        <p:spPr>
          <a:xfrm>
            <a:off x="-745" y="5497964"/>
            <a:ext cx="776067" cy="1360237"/>
          </a:xfrm>
          <a:custGeom>
            <a:avLst/>
            <a:gdLst>
              <a:gd name="connsiteX0" fmla="*/ 0 w 1060704"/>
              <a:gd name="connsiteY0" fmla="*/ 914400 h 914400"/>
              <a:gd name="connsiteX1" fmla="*/ 530352 w 1060704"/>
              <a:gd name="connsiteY1" fmla="*/ 0 h 914400"/>
              <a:gd name="connsiteX2" fmla="*/ 1060704 w 1060704"/>
              <a:gd name="connsiteY2" fmla="*/ 914400 h 914400"/>
              <a:gd name="connsiteX3" fmla="*/ 0 w 1060704"/>
              <a:gd name="connsiteY3" fmla="*/ 914400 h 914400"/>
              <a:gd name="connsiteX0" fmla="*/ 8662 w 1069366"/>
              <a:gd name="connsiteY0" fmla="*/ 1328286 h 1328286"/>
              <a:gd name="connsiteX1" fmla="*/ 0 w 1069366"/>
              <a:gd name="connsiteY1" fmla="*/ 0 h 1328286"/>
              <a:gd name="connsiteX2" fmla="*/ 1069366 w 1069366"/>
              <a:gd name="connsiteY2" fmla="*/ 1328286 h 1328286"/>
              <a:gd name="connsiteX3" fmla="*/ 8662 w 1069366"/>
              <a:gd name="connsiteY3" fmla="*/ 1328286 h 1328286"/>
              <a:gd name="connsiteX0" fmla="*/ 8662 w 578478"/>
              <a:gd name="connsiteY0" fmla="*/ 1328286 h 1337911"/>
              <a:gd name="connsiteX1" fmla="*/ 0 w 578478"/>
              <a:gd name="connsiteY1" fmla="*/ 0 h 1337911"/>
              <a:gd name="connsiteX2" fmla="*/ 578478 w 578478"/>
              <a:gd name="connsiteY2" fmla="*/ 1337911 h 1337911"/>
              <a:gd name="connsiteX3" fmla="*/ 8662 w 578478"/>
              <a:gd name="connsiteY3" fmla="*/ 1328286 h 1337911"/>
              <a:gd name="connsiteX0" fmla="*/ 8662 w 799859"/>
              <a:gd name="connsiteY0" fmla="*/ 1328286 h 1347537"/>
              <a:gd name="connsiteX1" fmla="*/ 0 w 799859"/>
              <a:gd name="connsiteY1" fmla="*/ 0 h 1347537"/>
              <a:gd name="connsiteX2" fmla="*/ 799859 w 799859"/>
              <a:gd name="connsiteY2" fmla="*/ 1347537 h 1347537"/>
              <a:gd name="connsiteX3" fmla="*/ 8662 w 799859"/>
              <a:gd name="connsiteY3" fmla="*/ 1328286 h 1347537"/>
              <a:gd name="connsiteX0" fmla="*/ 8662 w 758584"/>
              <a:gd name="connsiteY0" fmla="*/ 1328286 h 1328286"/>
              <a:gd name="connsiteX1" fmla="*/ 0 w 758584"/>
              <a:gd name="connsiteY1" fmla="*/ 0 h 1328286"/>
              <a:gd name="connsiteX2" fmla="*/ 758584 w 758584"/>
              <a:gd name="connsiteY2" fmla="*/ 1242762 h 1328286"/>
              <a:gd name="connsiteX3" fmla="*/ 8662 w 758584"/>
              <a:gd name="connsiteY3" fmla="*/ 1328286 h 1328286"/>
              <a:gd name="connsiteX0" fmla="*/ 8662 w 783984"/>
              <a:gd name="connsiteY0" fmla="*/ 1328286 h 1328487"/>
              <a:gd name="connsiteX1" fmla="*/ 0 w 783984"/>
              <a:gd name="connsiteY1" fmla="*/ 0 h 1328487"/>
              <a:gd name="connsiteX2" fmla="*/ 783984 w 783984"/>
              <a:gd name="connsiteY2" fmla="*/ 1328487 h 1328487"/>
              <a:gd name="connsiteX3" fmla="*/ 8662 w 783984"/>
              <a:gd name="connsiteY3" fmla="*/ 1328286 h 1328487"/>
              <a:gd name="connsiteX0" fmla="*/ 5487 w 780809"/>
              <a:gd name="connsiteY0" fmla="*/ 1347336 h 1347537"/>
              <a:gd name="connsiteX1" fmla="*/ 0 w 780809"/>
              <a:gd name="connsiteY1" fmla="*/ 0 h 1347537"/>
              <a:gd name="connsiteX2" fmla="*/ 780809 w 780809"/>
              <a:gd name="connsiteY2" fmla="*/ 1347537 h 1347537"/>
              <a:gd name="connsiteX3" fmla="*/ 5487 w 780809"/>
              <a:gd name="connsiteY3" fmla="*/ 1347336 h 1347537"/>
              <a:gd name="connsiteX0" fmla="*/ 5487 w 780809"/>
              <a:gd name="connsiteY0" fmla="*/ 1353686 h 1353887"/>
              <a:gd name="connsiteX1" fmla="*/ 0 w 780809"/>
              <a:gd name="connsiteY1" fmla="*/ 0 h 1353887"/>
              <a:gd name="connsiteX2" fmla="*/ 780809 w 780809"/>
              <a:gd name="connsiteY2" fmla="*/ 1353887 h 1353887"/>
              <a:gd name="connsiteX3" fmla="*/ 5487 w 780809"/>
              <a:gd name="connsiteY3" fmla="*/ 1353686 h 1353887"/>
              <a:gd name="connsiteX0" fmla="*/ 156 w 775478"/>
              <a:gd name="connsiteY0" fmla="*/ 1360036 h 1360237"/>
              <a:gd name="connsiteX1" fmla="*/ 32769 w 775478"/>
              <a:gd name="connsiteY1" fmla="*/ 0 h 1360237"/>
              <a:gd name="connsiteX2" fmla="*/ 775478 w 775478"/>
              <a:gd name="connsiteY2" fmla="*/ 1360237 h 1360237"/>
              <a:gd name="connsiteX3" fmla="*/ 156 w 775478"/>
              <a:gd name="connsiteY3" fmla="*/ 1360036 h 1360237"/>
              <a:gd name="connsiteX0" fmla="*/ 745 w 776067"/>
              <a:gd name="connsiteY0" fmla="*/ 1360036 h 1360237"/>
              <a:gd name="connsiteX1" fmla="*/ 1608 w 776067"/>
              <a:gd name="connsiteY1" fmla="*/ 0 h 1360237"/>
              <a:gd name="connsiteX2" fmla="*/ 776067 w 776067"/>
              <a:gd name="connsiteY2" fmla="*/ 1360237 h 1360237"/>
              <a:gd name="connsiteX3" fmla="*/ 745 w 776067"/>
              <a:gd name="connsiteY3" fmla="*/ 1360036 h 13602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76067" h="1360237">
                <a:moveTo>
                  <a:pt x="745" y="1360036"/>
                </a:moveTo>
                <a:cubicBezTo>
                  <a:pt x="-2142" y="917274"/>
                  <a:pt x="4495" y="442762"/>
                  <a:pt x="1608" y="0"/>
                </a:cubicBezTo>
                <a:lnTo>
                  <a:pt x="776067" y="1360237"/>
                </a:lnTo>
                <a:lnTo>
                  <a:pt x="745" y="1360036"/>
                </a:lnTo>
                <a:close/>
              </a:path>
            </a:pathLst>
          </a:custGeom>
          <a:solidFill>
            <a:srgbClr val="0432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95000"/>
              </a:lnSpc>
            </a:pPr>
            <a:endParaRPr lang="en-US" sz="2000" err="1">
              <a:latin typeface="+mj-lt"/>
            </a:endParaRPr>
          </a:p>
        </p:txBody>
      </p:sp>
      <p:sp>
        <p:nvSpPr>
          <p:cNvPr id="6" name="Rectangle 5"/>
          <p:cNvSpPr/>
          <p:nvPr userDrawn="1"/>
        </p:nvSpPr>
        <p:spPr>
          <a:xfrm>
            <a:off x="0" y="5151889"/>
            <a:ext cx="2197100" cy="1704975"/>
          </a:xfrm>
          <a:custGeom>
            <a:avLst/>
            <a:gdLst>
              <a:gd name="connsiteX0" fmla="*/ 0 w 914400"/>
              <a:gd name="connsiteY0" fmla="*/ 0 h 914400"/>
              <a:gd name="connsiteX1" fmla="*/ 914400 w 914400"/>
              <a:gd name="connsiteY1" fmla="*/ 0 h 914400"/>
              <a:gd name="connsiteX2" fmla="*/ 914400 w 914400"/>
              <a:gd name="connsiteY2" fmla="*/ 914400 h 914400"/>
              <a:gd name="connsiteX3" fmla="*/ 0 w 914400"/>
              <a:gd name="connsiteY3" fmla="*/ 914400 h 914400"/>
              <a:gd name="connsiteX4" fmla="*/ 0 w 914400"/>
              <a:gd name="connsiteY4" fmla="*/ 0 h 914400"/>
              <a:gd name="connsiteX0" fmla="*/ 0 w 914400"/>
              <a:gd name="connsiteY0" fmla="*/ 355600 h 1270000"/>
              <a:gd name="connsiteX1" fmla="*/ 0 w 914400"/>
              <a:gd name="connsiteY1" fmla="*/ 0 h 1270000"/>
              <a:gd name="connsiteX2" fmla="*/ 914400 w 914400"/>
              <a:gd name="connsiteY2" fmla="*/ 1270000 h 1270000"/>
              <a:gd name="connsiteX3" fmla="*/ 0 w 914400"/>
              <a:gd name="connsiteY3" fmla="*/ 1270000 h 1270000"/>
              <a:gd name="connsiteX4" fmla="*/ 0 w 914400"/>
              <a:gd name="connsiteY4" fmla="*/ 355600 h 1270000"/>
              <a:gd name="connsiteX0" fmla="*/ 0 w 914400"/>
              <a:gd name="connsiteY0" fmla="*/ 352425 h 1266825"/>
              <a:gd name="connsiteX1" fmla="*/ 3175 w 914400"/>
              <a:gd name="connsiteY1" fmla="*/ 0 h 1266825"/>
              <a:gd name="connsiteX2" fmla="*/ 914400 w 914400"/>
              <a:gd name="connsiteY2" fmla="*/ 1266825 h 1266825"/>
              <a:gd name="connsiteX3" fmla="*/ 0 w 914400"/>
              <a:gd name="connsiteY3" fmla="*/ 1266825 h 1266825"/>
              <a:gd name="connsiteX4" fmla="*/ 0 w 914400"/>
              <a:gd name="connsiteY4" fmla="*/ 352425 h 1266825"/>
              <a:gd name="connsiteX0" fmla="*/ 0 w 2197100"/>
              <a:gd name="connsiteY0" fmla="*/ 352425 h 1704975"/>
              <a:gd name="connsiteX1" fmla="*/ 3175 w 2197100"/>
              <a:gd name="connsiteY1" fmla="*/ 0 h 1704975"/>
              <a:gd name="connsiteX2" fmla="*/ 2197100 w 2197100"/>
              <a:gd name="connsiteY2" fmla="*/ 1704975 h 1704975"/>
              <a:gd name="connsiteX3" fmla="*/ 0 w 2197100"/>
              <a:gd name="connsiteY3" fmla="*/ 1266825 h 1704975"/>
              <a:gd name="connsiteX4" fmla="*/ 0 w 2197100"/>
              <a:gd name="connsiteY4" fmla="*/ 352425 h 1704975"/>
              <a:gd name="connsiteX0" fmla="*/ 0 w 2197100"/>
              <a:gd name="connsiteY0" fmla="*/ 352425 h 1704975"/>
              <a:gd name="connsiteX1" fmla="*/ 3175 w 2197100"/>
              <a:gd name="connsiteY1" fmla="*/ 0 h 1704975"/>
              <a:gd name="connsiteX2" fmla="*/ 2197100 w 2197100"/>
              <a:gd name="connsiteY2" fmla="*/ 1704975 h 1704975"/>
              <a:gd name="connsiteX3" fmla="*/ 771525 w 2197100"/>
              <a:gd name="connsiteY3" fmla="*/ 1698625 h 1704975"/>
              <a:gd name="connsiteX4" fmla="*/ 0 w 2197100"/>
              <a:gd name="connsiteY4" fmla="*/ 352425 h 1704975"/>
              <a:gd name="connsiteX0" fmla="*/ 0 w 2197100"/>
              <a:gd name="connsiteY0" fmla="*/ 352425 h 1704975"/>
              <a:gd name="connsiteX1" fmla="*/ 3175 w 2197100"/>
              <a:gd name="connsiteY1" fmla="*/ 0 h 1704975"/>
              <a:gd name="connsiteX2" fmla="*/ 2197100 w 2197100"/>
              <a:gd name="connsiteY2" fmla="*/ 1704975 h 1704975"/>
              <a:gd name="connsiteX3" fmla="*/ 771525 w 2197100"/>
              <a:gd name="connsiteY3" fmla="*/ 1701800 h 1704975"/>
              <a:gd name="connsiteX4" fmla="*/ 0 w 2197100"/>
              <a:gd name="connsiteY4" fmla="*/ 352425 h 1704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97100" h="1704975">
                <a:moveTo>
                  <a:pt x="0" y="352425"/>
                </a:moveTo>
                <a:cubicBezTo>
                  <a:pt x="1058" y="234950"/>
                  <a:pt x="2117" y="117475"/>
                  <a:pt x="3175" y="0"/>
                </a:cubicBezTo>
                <a:lnTo>
                  <a:pt x="2197100" y="1704975"/>
                </a:lnTo>
                <a:lnTo>
                  <a:pt x="771525" y="1701800"/>
                </a:lnTo>
                <a:lnTo>
                  <a:pt x="0" y="352425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5"/>
          <p:cNvSpPr/>
          <p:nvPr userDrawn="1"/>
        </p:nvSpPr>
        <p:spPr>
          <a:xfrm>
            <a:off x="5547870" y="1173204"/>
            <a:ext cx="6650458" cy="5684796"/>
          </a:xfrm>
          <a:custGeom>
            <a:avLst/>
            <a:gdLst>
              <a:gd name="connsiteX0" fmla="*/ 0 w 914400"/>
              <a:gd name="connsiteY0" fmla="*/ 0 h 914400"/>
              <a:gd name="connsiteX1" fmla="*/ 914400 w 914400"/>
              <a:gd name="connsiteY1" fmla="*/ 0 h 914400"/>
              <a:gd name="connsiteX2" fmla="*/ 914400 w 914400"/>
              <a:gd name="connsiteY2" fmla="*/ 914400 h 914400"/>
              <a:gd name="connsiteX3" fmla="*/ 0 w 914400"/>
              <a:gd name="connsiteY3" fmla="*/ 914400 h 914400"/>
              <a:gd name="connsiteX4" fmla="*/ 0 w 914400"/>
              <a:gd name="connsiteY4" fmla="*/ 0 h 914400"/>
              <a:gd name="connsiteX0" fmla="*/ 0 w 914400"/>
              <a:gd name="connsiteY0" fmla="*/ 355600 h 1270000"/>
              <a:gd name="connsiteX1" fmla="*/ 0 w 914400"/>
              <a:gd name="connsiteY1" fmla="*/ 0 h 1270000"/>
              <a:gd name="connsiteX2" fmla="*/ 914400 w 914400"/>
              <a:gd name="connsiteY2" fmla="*/ 1270000 h 1270000"/>
              <a:gd name="connsiteX3" fmla="*/ 0 w 914400"/>
              <a:gd name="connsiteY3" fmla="*/ 1270000 h 1270000"/>
              <a:gd name="connsiteX4" fmla="*/ 0 w 914400"/>
              <a:gd name="connsiteY4" fmla="*/ 355600 h 1270000"/>
              <a:gd name="connsiteX0" fmla="*/ 0 w 914400"/>
              <a:gd name="connsiteY0" fmla="*/ 352425 h 1266825"/>
              <a:gd name="connsiteX1" fmla="*/ 3175 w 914400"/>
              <a:gd name="connsiteY1" fmla="*/ 0 h 1266825"/>
              <a:gd name="connsiteX2" fmla="*/ 914400 w 914400"/>
              <a:gd name="connsiteY2" fmla="*/ 1266825 h 1266825"/>
              <a:gd name="connsiteX3" fmla="*/ 0 w 914400"/>
              <a:gd name="connsiteY3" fmla="*/ 1266825 h 1266825"/>
              <a:gd name="connsiteX4" fmla="*/ 0 w 914400"/>
              <a:gd name="connsiteY4" fmla="*/ 352425 h 1266825"/>
              <a:gd name="connsiteX0" fmla="*/ 0 w 2197100"/>
              <a:gd name="connsiteY0" fmla="*/ 352425 h 1704975"/>
              <a:gd name="connsiteX1" fmla="*/ 3175 w 2197100"/>
              <a:gd name="connsiteY1" fmla="*/ 0 h 1704975"/>
              <a:gd name="connsiteX2" fmla="*/ 2197100 w 2197100"/>
              <a:gd name="connsiteY2" fmla="*/ 1704975 h 1704975"/>
              <a:gd name="connsiteX3" fmla="*/ 0 w 2197100"/>
              <a:gd name="connsiteY3" fmla="*/ 1266825 h 1704975"/>
              <a:gd name="connsiteX4" fmla="*/ 0 w 2197100"/>
              <a:gd name="connsiteY4" fmla="*/ 352425 h 1704975"/>
              <a:gd name="connsiteX0" fmla="*/ 0 w 2197100"/>
              <a:gd name="connsiteY0" fmla="*/ 352425 h 1704975"/>
              <a:gd name="connsiteX1" fmla="*/ 3175 w 2197100"/>
              <a:gd name="connsiteY1" fmla="*/ 0 h 1704975"/>
              <a:gd name="connsiteX2" fmla="*/ 2197100 w 2197100"/>
              <a:gd name="connsiteY2" fmla="*/ 1704975 h 1704975"/>
              <a:gd name="connsiteX3" fmla="*/ 771525 w 2197100"/>
              <a:gd name="connsiteY3" fmla="*/ 1698625 h 1704975"/>
              <a:gd name="connsiteX4" fmla="*/ 0 w 2197100"/>
              <a:gd name="connsiteY4" fmla="*/ 352425 h 1704975"/>
              <a:gd name="connsiteX0" fmla="*/ 0 w 2197100"/>
              <a:gd name="connsiteY0" fmla="*/ 352425 h 1704975"/>
              <a:gd name="connsiteX1" fmla="*/ 3175 w 2197100"/>
              <a:gd name="connsiteY1" fmla="*/ 0 h 1704975"/>
              <a:gd name="connsiteX2" fmla="*/ 2197100 w 2197100"/>
              <a:gd name="connsiteY2" fmla="*/ 1704975 h 1704975"/>
              <a:gd name="connsiteX3" fmla="*/ 771525 w 2197100"/>
              <a:gd name="connsiteY3" fmla="*/ 1701800 h 1704975"/>
              <a:gd name="connsiteX4" fmla="*/ 0 w 2197100"/>
              <a:gd name="connsiteY4" fmla="*/ 352425 h 1704975"/>
              <a:gd name="connsiteX0" fmla="*/ 0 w 4229735"/>
              <a:gd name="connsiteY0" fmla="*/ 3888105 h 5240655"/>
              <a:gd name="connsiteX1" fmla="*/ 4229735 w 4229735"/>
              <a:gd name="connsiteY1" fmla="*/ 0 h 5240655"/>
              <a:gd name="connsiteX2" fmla="*/ 2197100 w 4229735"/>
              <a:gd name="connsiteY2" fmla="*/ 5240655 h 5240655"/>
              <a:gd name="connsiteX3" fmla="*/ 771525 w 4229735"/>
              <a:gd name="connsiteY3" fmla="*/ 5237480 h 5240655"/>
              <a:gd name="connsiteX4" fmla="*/ 0 w 4229735"/>
              <a:gd name="connsiteY4" fmla="*/ 3888105 h 5240655"/>
              <a:gd name="connsiteX0" fmla="*/ 2418715 w 6648450"/>
              <a:gd name="connsiteY0" fmla="*/ 3888105 h 5240655"/>
              <a:gd name="connsiteX1" fmla="*/ 6648450 w 6648450"/>
              <a:gd name="connsiteY1" fmla="*/ 0 h 5240655"/>
              <a:gd name="connsiteX2" fmla="*/ 4615815 w 6648450"/>
              <a:gd name="connsiteY2" fmla="*/ 5240655 h 5240655"/>
              <a:gd name="connsiteX3" fmla="*/ 0 w 6648450"/>
              <a:gd name="connsiteY3" fmla="*/ 5227320 h 5240655"/>
              <a:gd name="connsiteX4" fmla="*/ 2418715 w 6648450"/>
              <a:gd name="connsiteY4" fmla="*/ 3888105 h 5240655"/>
              <a:gd name="connsiteX0" fmla="*/ 2439035 w 6648450"/>
              <a:gd name="connsiteY0" fmla="*/ 4761865 h 5240655"/>
              <a:gd name="connsiteX1" fmla="*/ 6648450 w 6648450"/>
              <a:gd name="connsiteY1" fmla="*/ 0 h 5240655"/>
              <a:gd name="connsiteX2" fmla="*/ 4615815 w 6648450"/>
              <a:gd name="connsiteY2" fmla="*/ 5240655 h 5240655"/>
              <a:gd name="connsiteX3" fmla="*/ 0 w 6648450"/>
              <a:gd name="connsiteY3" fmla="*/ 5227320 h 5240655"/>
              <a:gd name="connsiteX4" fmla="*/ 2439035 w 6648450"/>
              <a:gd name="connsiteY4" fmla="*/ 4761865 h 5240655"/>
              <a:gd name="connsiteX0" fmla="*/ 1006475 w 6648450"/>
              <a:gd name="connsiteY0" fmla="*/ 4863465 h 5240655"/>
              <a:gd name="connsiteX1" fmla="*/ 6648450 w 6648450"/>
              <a:gd name="connsiteY1" fmla="*/ 0 h 5240655"/>
              <a:gd name="connsiteX2" fmla="*/ 4615815 w 6648450"/>
              <a:gd name="connsiteY2" fmla="*/ 5240655 h 5240655"/>
              <a:gd name="connsiteX3" fmla="*/ 0 w 6648450"/>
              <a:gd name="connsiteY3" fmla="*/ 5227320 h 5240655"/>
              <a:gd name="connsiteX4" fmla="*/ 1006475 w 6648450"/>
              <a:gd name="connsiteY4" fmla="*/ 4863465 h 5240655"/>
              <a:gd name="connsiteX0" fmla="*/ 1047726 w 6689701"/>
              <a:gd name="connsiteY0" fmla="*/ 4863465 h 5241071"/>
              <a:gd name="connsiteX1" fmla="*/ 6689701 w 6689701"/>
              <a:gd name="connsiteY1" fmla="*/ 0 h 5241071"/>
              <a:gd name="connsiteX2" fmla="*/ 4657066 w 6689701"/>
              <a:gd name="connsiteY2" fmla="*/ 5240655 h 5241071"/>
              <a:gd name="connsiteX3" fmla="*/ 0 w 6689701"/>
              <a:gd name="connsiteY3" fmla="*/ 5241071 h 5241071"/>
              <a:gd name="connsiteX4" fmla="*/ 1047726 w 6689701"/>
              <a:gd name="connsiteY4" fmla="*/ 4863465 h 5241071"/>
              <a:gd name="connsiteX0" fmla="*/ 1047726 w 6689701"/>
              <a:gd name="connsiteY0" fmla="*/ 4864273 h 5241879"/>
              <a:gd name="connsiteX1" fmla="*/ 1064227 w 6689701"/>
              <a:gd name="connsiteY1" fmla="*/ 4840402 h 5241879"/>
              <a:gd name="connsiteX2" fmla="*/ 6689701 w 6689701"/>
              <a:gd name="connsiteY2" fmla="*/ 808 h 5241879"/>
              <a:gd name="connsiteX3" fmla="*/ 4657066 w 6689701"/>
              <a:gd name="connsiteY3" fmla="*/ 5241463 h 5241879"/>
              <a:gd name="connsiteX4" fmla="*/ 0 w 6689701"/>
              <a:gd name="connsiteY4" fmla="*/ 5241879 h 5241879"/>
              <a:gd name="connsiteX5" fmla="*/ 1047726 w 6689701"/>
              <a:gd name="connsiteY5" fmla="*/ 4864273 h 5241879"/>
              <a:gd name="connsiteX0" fmla="*/ 882722 w 6689701"/>
              <a:gd name="connsiteY0" fmla="*/ 4933025 h 5241879"/>
              <a:gd name="connsiteX1" fmla="*/ 1064227 w 6689701"/>
              <a:gd name="connsiteY1" fmla="*/ 4840402 h 5241879"/>
              <a:gd name="connsiteX2" fmla="*/ 6689701 w 6689701"/>
              <a:gd name="connsiteY2" fmla="*/ 808 h 5241879"/>
              <a:gd name="connsiteX3" fmla="*/ 4657066 w 6689701"/>
              <a:gd name="connsiteY3" fmla="*/ 5241463 h 5241879"/>
              <a:gd name="connsiteX4" fmla="*/ 0 w 6689701"/>
              <a:gd name="connsiteY4" fmla="*/ 5241879 h 5241879"/>
              <a:gd name="connsiteX5" fmla="*/ 882722 w 6689701"/>
              <a:gd name="connsiteY5" fmla="*/ 4933025 h 5241879"/>
              <a:gd name="connsiteX0" fmla="*/ 882722 w 6689701"/>
              <a:gd name="connsiteY0" fmla="*/ 4933886 h 5242740"/>
              <a:gd name="connsiteX1" fmla="*/ 3360540 w 6689701"/>
              <a:gd name="connsiteY1" fmla="*/ 2703079 h 5242740"/>
              <a:gd name="connsiteX2" fmla="*/ 6689701 w 6689701"/>
              <a:gd name="connsiteY2" fmla="*/ 1669 h 5242740"/>
              <a:gd name="connsiteX3" fmla="*/ 4657066 w 6689701"/>
              <a:gd name="connsiteY3" fmla="*/ 5242324 h 5242740"/>
              <a:gd name="connsiteX4" fmla="*/ 0 w 6689701"/>
              <a:gd name="connsiteY4" fmla="*/ 5242740 h 5242740"/>
              <a:gd name="connsiteX5" fmla="*/ 882722 w 6689701"/>
              <a:gd name="connsiteY5" fmla="*/ 4933886 h 5242740"/>
              <a:gd name="connsiteX0" fmla="*/ 882722 w 6689701"/>
              <a:gd name="connsiteY0" fmla="*/ 4933945 h 5242799"/>
              <a:gd name="connsiteX1" fmla="*/ 3360540 w 6689701"/>
              <a:gd name="connsiteY1" fmla="*/ 2703138 h 5242799"/>
              <a:gd name="connsiteX2" fmla="*/ 6689701 w 6689701"/>
              <a:gd name="connsiteY2" fmla="*/ 1728 h 5242799"/>
              <a:gd name="connsiteX3" fmla="*/ 4657066 w 6689701"/>
              <a:gd name="connsiteY3" fmla="*/ 5242383 h 5242799"/>
              <a:gd name="connsiteX4" fmla="*/ 0 w 6689701"/>
              <a:gd name="connsiteY4" fmla="*/ 5242799 h 5242799"/>
              <a:gd name="connsiteX5" fmla="*/ 882722 w 6689701"/>
              <a:gd name="connsiteY5" fmla="*/ 4933945 h 5242799"/>
              <a:gd name="connsiteX0" fmla="*/ 882722 w 6951586"/>
              <a:gd name="connsiteY0" fmla="*/ 5684542 h 5993396"/>
              <a:gd name="connsiteX1" fmla="*/ 6653755 w 6951586"/>
              <a:gd name="connsiteY1" fmla="*/ 311775 h 5993396"/>
              <a:gd name="connsiteX2" fmla="*/ 6689701 w 6951586"/>
              <a:gd name="connsiteY2" fmla="*/ 752325 h 5993396"/>
              <a:gd name="connsiteX3" fmla="*/ 4657066 w 6951586"/>
              <a:gd name="connsiteY3" fmla="*/ 5992980 h 5993396"/>
              <a:gd name="connsiteX4" fmla="*/ 0 w 6951586"/>
              <a:gd name="connsiteY4" fmla="*/ 5993396 h 5993396"/>
              <a:gd name="connsiteX5" fmla="*/ 882722 w 6951586"/>
              <a:gd name="connsiteY5" fmla="*/ 5684542 h 5993396"/>
              <a:gd name="connsiteX0" fmla="*/ 882722 w 6689701"/>
              <a:gd name="connsiteY0" fmla="*/ 5372767 h 5681621"/>
              <a:gd name="connsiteX1" fmla="*/ 6653755 w 6689701"/>
              <a:gd name="connsiteY1" fmla="*/ 0 h 5681621"/>
              <a:gd name="connsiteX2" fmla="*/ 6689701 w 6689701"/>
              <a:gd name="connsiteY2" fmla="*/ 440550 h 5681621"/>
              <a:gd name="connsiteX3" fmla="*/ 4657066 w 6689701"/>
              <a:gd name="connsiteY3" fmla="*/ 5681205 h 5681621"/>
              <a:gd name="connsiteX4" fmla="*/ 0 w 6689701"/>
              <a:gd name="connsiteY4" fmla="*/ 5681621 h 5681621"/>
              <a:gd name="connsiteX5" fmla="*/ 882722 w 6689701"/>
              <a:gd name="connsiteY5" fmla="*/ 5372767 h 5681621"/>
              <a:gd name="connsiteX0" fmla="*/ 882722 w 6692133"/>
              <a:gd name="connsiteY0" fmla="*/ 5372767 h 5681621"/>
              <a:gd name="connsiteX1" fmla="*/ 6653755 w 6692133"/>
              <a:gd name="connsiteY1" fmla="*/ 0 h 5681621"/>
              <a:gd name="connsiteX2" fmla="*/ 6689701 w 6692133"/>
              <a:gd name="connsiteY2" fmla="*/ 440550 h 5681621"/>
              <a:gd name="connsiteX3" fmla="*/ 4657066 w 6692133"/>
              <a:gd name="connsiteY3" fmla="*/ 5681205 h 5681621"/>
              <a:gd name="connsiteX4" fmla="*/ 0 w 6692133"/>
              <a:gd name="connsiteY4" fmla="*/ 5681621 h 5681621"/>
              <a:gd name="connsiteX5" fmla="*/ 882722 w 6692133"/>
              <a:gd name="connsiteY5" fmla="*/ 5372767 h 5681621"/>
              <a:gd name="connsiteX0" fmla="*/ 882722 w 6653957"/>
              <a:gd name="connsiteY0" fmla="*/ 5372767 h 5681621"/>
              <a:gd name="connsiteX1" fmla="*/ 6653755 w 6653957"/>
              <a:gd name="connsiteY1" fmla="*/ 0 h 5681621"/>
              <a:gd name="connsiteX2" fmla="*/ 6545322 w 6653957"/>
              <a:gd name="connsiteY2" fmla="*/ 536803 h 5681621"/>
              <a:gd name="connsiteX3" fmla="*/ 4657066 w 6653957"/>
              <a:gd name="connsiteY3" fmla="*/ 5681205 h 5681621"/>
              <a:gd name="connsiteX4" fmla="*/ 0 w 6653957"/>
              <a:gd name="connsiteY4" fmla="*/ 5681621 h 5681621"/>
              <a:gd name="connsiteX5" fmla="*/ 882722 w 6653957"/>
              <a:gd name="connsiteY5" fmla="*/ 5372767 h 5681621"/>
              <a:gd name="connsiteX0" fmla="*/ 882722 w 6661976"/>
              <a:gd name="connsiteY0" fmla="*/ 5372767 h 5681621"/>
              <a:gd name="connsiteX1" fmla="*/ 6653755 w 6661976"/>
              <a:gd name="connsiteY1" fmla="*/ 0 h 5681621"/>
              <a:gd name="connsiteX2" fmla="*/ 6655325 w 6661976"/>
              <a:gd name="connsiteY2" fmla="*/ 474927 h 5681621"/>
              <a:gd name="connsiteX3" fmla="*/ 4657066 w 6661976"/>
              <a:gd name="connsiteY3" fmla="*/ 5681205 h 5681621"/>
              <a:gd name="connsiteX4" fmla="*/ 0 w 6661976"/>
              <a:gd name="connsiteY4" fmla="*/ 5681621 h 5681621"/>
              <a:gd name="connsiteX5" fmla="*/ 882722 w 6661976"/>
              <a:gd name="connsiteY5" fmla="*/ 5372767 h 5681621"/>
              <a:gd name="connsiteX0" fmla="*/ 882722 w 6655325"/>
              <a:gd name="connsiteY0" fmla="*/ 5372767 h 5681621"/>
              <a:gd name="connsiteX1" fmla="*/ 6653755 w 6655325"/>
              <a:gd name="connsiteY1" fmla="*/ 0 h 5681621"/>
              <a:gd name="connsiteX2" fmla="*/ 6655325 w 6655325"/>
              <a:gd name="connsiteY2" fmla="*/ 474927 h 5681621"/>
              <a:gd name="connsiteX3" fmla="*/ 4657066 w 6655325"/>
              <a:gd name="connsiteY3" fmla="*/ 5681205 h 5681621"/>
              <a:gd name="connsiteX4" fmla="*/ 0 w 6655325"/>
              <a:gd name="connsiteY4" fmla="*/ 5681621 h 5681621"/>
              <a:gd name="connsiteX5" fmla="*/ 882722 w 6655325"/>
              <a:gd name="connsiteY5" fmla="*/ 5372767 h 5681621"/>
              <a:gd name="connsiteX0" fmla="*/ 882722 w 6656251"/>
              <a:gd name="connsiteY0" fmla="*/ 5372767 h 5681621"/>
              <a:gd name="connsiteX1" fmla="*/ 6653755 w 6656251"/>
              <a:gd name="connsiteY1" fmla="*/ 0 h 5681621"/>
              <a:gd name="connsiteX2" fmla="*/ 6655325 w 6656251"/>
              <a:gd name="connsiteY2" fmla="*/ 474927 h 5681621"/>
              <a:gd name="connsiteX3" fmla="*/ 4657066 w 6656251"/>
              <a:gd name="connsiteY3" fmla="*/ 5681205 h 5681621"/>
              <a:gd name="connsiteX4" fmla="*/ 0 w 6656251"/>
              <a:gd name="connsiteY4" fmla="*/ 5681621 h 5681621"/>
              <a:gd name="connsiteX5" fmla="*/ 882722 w 6656251"/>
              <a:gd name="connsiteY5" fmla="*/ 5372767 h 5681621"/>
              <a:gd name="connsiteX0" fmla="*/ 882722 w 6656251"/>
              <a:gd name="connsiteY0" fmla="*/ 5372767 h 5681621"/>
              <a:gd name="connsiteX1" fmla="*/ 6653755 w 6656251"/>
              <a:gd name="connsiteY1" fmla="*/ 0 h 5681621"/>
              <a:gd name="connsiteX2" fmla="*/ 6655325 w 6656251"/>
              <a:gd name="connsiteY2" fmla="*/ 474927 h 5681621"/>
              <a:gd name="connsiteX3" fmla="*/ 4657066 w 6656251"/>
              <a:gd name="connsiteY3" fmla="*/ 5681205 h 5681621"/>
              <a:gd name="connsiteX4" fmla="*/ 0 w 6656251"/>
              <a:gd name="connsiteY4" fmla="*/ 5681621 h 5681621"/>
              <a:gd name="connsiteX5" fmla="*/ 882722 w 6656251"/>
              <a:gd name="connsiteY5" fmla="*/ 5372767 h 5681621"/>
              <a:gd name="connsiteX0" fmla="*/ 882722 w 6661525"/>
              <a:gd name="connsiteY0" fmla="*/ 5375942 h 5684796"/>
              <a:gd name="connsiteX1" fmla="*/ 6660105 w 6661525"/>
              <a:gd name="connsiteY1" fmla="*/ 0 h 5684796"/>
              <a:gd name="connsiteX2" fmla="*/ 6655325 w 6661525"/>
              <a:gd name="connsiteY2" fmla="*/ 478102 h 5684796"/>
              <a:gd name="connsiteX3" fmla="*/ 4657066 w 6661525"/>
              <a:gd name="connsiteY3" fmla="*/ 5684380 h 5684796"/>
              <a:gd name="connsiteX4" fmla="*/ 0 w 6661525"/>
              <a:gd name="connsiteY4" fmla="*/ 5684796 h 5684796"/>
              <a:gd name="connsiteX5" fmla="*/ 882722 w 6661525"/>
              <a:gd name="connsiteY5" fmla="*/ 5375942 h 5684796"/>
              <a:gd name="connsiteX0" fmla="*/ 882722 w 6660105"/>
              <a:gd name="connsiteY0" fmla="*/ 5375942 h 5684796"/>
              <a:gd name="connsiteX1" fmla="*/ 6660105 w 6660105"/>
              <a:gd name="connsiteY1" fmla="*/ 0 h 5684796"/>
              <a:gd name="connsiteX2" fmla="*/ 6655325 w 6660105"/>
              <a:gd name="connsiteY2" fmla="*/ 478102 h 5684796"/>
              <a:gd name="connsiteX3" fmla="*/ 4657066 w 6660105"/>
              <a:gd name="connsiteY3" fmla="*/ 5684380 h 5684796"/>
              <a:gd name="connsiteX4" fmla="*/ 0 w 6660105"/>
              <a:gd name="connsiteY4" fmla="*/ 5684796 h 5684796"/>
              <a:gd name="connsiteX5" fmla="*/ 882722 w 6660105"/>
              <a:gd name="connsiteY5" fmla="*/ 5375942 h 5684796"/>
              <a:gd name="connsiteX0" fmla="*/ 882722 w 6661675"/>
              <a:gd name="connsiteY0" fmla="*/ 5375942 h 5684796"/>
              <a:gd name="connsiteX1" fmla="*/ 6660105 w 6661675"/>
              <a:gd name="connsiteY1" fmla="*/ 0 h 5684796"/>
              <a:gd name="connsiteX2" fmla="*/ 6661675 w 6661675"/>
              <a:gd name="connsiteY2" fmla="*/ 468577 h 5684796"/>
              <a:gd name="connsiteX3" fmla="*/ 4657066 w 6661675"/>
              <a:gd name="connsiteY3" fmla="*/ 5684380 h 5684796"/>
              <a:gd name="connsiteX4" fmla="*/ 0 w 6661675"/>
              <a:gd name="connsiteY4" fmla="*/ 5684796 h 5684796"/>
              <a:gd name="connsiteX5" fmla="*/ 882722 w 6661675"/>
              <a:gd name="connsiteY5" fmla="*/ 5375942 h 5684796"/>
              <a:gd name="connsiteX0" fmla="*/ 882722 w 6661675"/>
              <a:gd name="connsiteY0" fmla="*/ 5375942 h 5684796"/>
              <a:gd name="connsiteX1" fmla="*/ 6660105 w 6661675"/>
              <a:gd name="connsiteY1" fmla="*/ 0 h 5684796"/>
              <a:gd name="connsiteX2" fmla="*/ 6661675 w 6661675"/>
              <a:gd name="connsiteY2" fmla="*/ 468577 h 5684796"/>
              <a:gd name="connsiteX3" fmla="*/ 4657066 w 6661675"/>
              <a:gd name="connsiteY3" fmla="*/ 5684380 h 5684796"/>
              <a:gd name="connsiteX4" fmla="*/ 0 w 6661675"/>
              <a:gd name="connsiteY4" fmla="*/ 5684796 h 5684796"/>
              <a:gd name="connsiteX5" fmla="*/ 882722 w 6661675"/>
              <a:gd name="connsiteY5" fmla="*/ 5375942 h 5684796"/>
              <a:gd name="connsiteX0" fmla="*/ 882722 w 6661675"/>
              <a:gd name="connsiteY0" fmla="*/ 5375942 h 5684796"/>
              <a:gd name="connsiteX1" fmla="*/ 6660105 w 6661675"/>
              <a:gd name="connsiteY1" fmla="*/ 0 h 5684796"/>
              <a:gd name="connsiteX2" fmla="*/ 6661675 w 6661675"/>
              <a:gd name="connsiteY2" fmla="*/ 468577 h 5684796"/>
              <a:gd name="connsiteX3" fmla="*/ 4657066 w 6661675"/>
              <a:gd name="connsiteY3" fmla="*/ 5684380 h 5684796"/>
              <a:gd name="connsiteX4" fmla="*/ 0 w 6661675"/>
              <a:gd name="connsiteY4" fmla="*/ 5684796 h 5684796"/>
              <a:gd name="connsiteX5" fmla="*/ 882722 w 6661675"/>
              <a:gd name="connsiteY5" fmla="*/ 5375942 h 5684796"/>
              <a:gd name="connsiteX0" fmla="*/ 882722 w 6661675"/>
              <a:gd name="connsiteY0" fmla="*/ 5375942 h 5684796"/>
              <a:gd name="connsiteX1" fmla="*/ 6660105 w 6661675"/>
              <a:gd name="connsiteY1" fmla="*/ 0 h 5684796"/>
              <a:gd name="connsiteX2" fmla="*/ 6661675 w 6661675"/>
              <a:gd name="connsiteY2" fmla="*/ 468577 h 5684796"/>
              <a:gd name="connsiteX3" fmla="*/ 4657066 w 6661675"/>
              <a:gd name="connsiteY3" fmla="*/ 5684380 h 5684796"/>
              <a:gd name="connsiteX4" fmla="*/ 0 w 6661675"/>
              <a:gd name="connsiteY4" fmla="*/ 5684796 h 5684796"/>
              <a:gd name="connsiteX5" fmla="*/ 882722 w 6661675"/>
              <a:gd name="connsiteY5" fmla="*/ 5375942 h 5684796"/>
              <a:gd name="connsiteX0" fmla="*/ 882722 w 6661675"/>
              <a:gd name="connsiteY0" fmla="*/ 5375942 h 5684796"/>
              <a:gd name="connsiteX1" fmla="*/ 6660105 w 6661675"/>
              <a:gd name="connsiteY1" fmla="*/ 0 h 5684796"/>
              <a:gd name="connsiteX2" fmla="*/ 6661675 w 6661675"/>
              <a:gd name="connsiteY2" fmla="*/ 468577 h 5684796"/>
              <a:gd name="connsiteX3" fmla="*/ 6650458 w 6661675"/>
              <a:gd name="connsiteY3" fmla="*/ 5684380 h 5684796"/>
              <a:gd name="connsiteX4" fmla="*/ 0 w 6661675"/>
              <a:gd name="connsiteY4" fmla="*/ 5684796 h 5684796"/>
              <a:gd name="connsiteX5" fmla="*/ 882722 w 6661675"/>
              <a:gd name="connsiteY5" fmla="*/ 5375942 h 5684796"/>
              <a:gd name="connsiteX0" fmla="*/ 882722 w 6660105"/>
              <a:gd name="connsiteY0" fmla="*/ 5375942 h 5684796"/>
              <a:gd name="connsiteX1" fmla="*/ 6660105 w 6660105"/>
              <a:gd name="connsiteY1" fmla="*/ 0 h 5684796"/>
              <a:gd name="connsiteX2" fmla="*/ 6648975 w 6660105"/>
              <a:gd name="connsiteY2" fmla="*/ 474927 h 5684796"/>
              <a:gd name="connsiteX3" fmla="*/ 6650458 w 6660105"/>
              <a:gd name="connsiteY3" fmla="*/ 5684380 h 5684796"/>
              <a:gd name="connsiteX4" fmla="*/ 0 w 6660105"/>
              <a:gd name="connsiteY4" fmla="*/ 5684796 h 5684796"/>
              <a:gd name="connsiteX5" fmla="*/ 882722 w 6660105"/>
              <a:gd name="connsiteY5" fmla="*/ 5375942 h 5684796"/>
              <a:gd name="connsiteX0" fmla="*/ 882722 w 6650458"/>
              <a:gd name="connsiteY0" fmla="*/ 5375942 h 5684796"/>
              <a:gd name="connsiteX1" fmla="*/ 6647405 w 6650458"/>
              <a:gd name="connsiteY1" fmla="*/ 0 h 5684796"/>
              <a:gd name="connsiteX2" fmla="*/ 6648975 w 6650458"/>
              <a:gd name="connsiteY2" fmla="*/ 474927 h 5684796"/>
              <a:gd name="connsiteX3" fmla="*/ 6650458 w 6650458"/>
              <a:gd name="connsiteY3" fmla="*/ 5684380 h 5684796"/>
              <a:gd name="connsiteX4" fmla="*/ 0 w 6650458"/>
              <a:gd name="connsiteY4" fmla="*/ 5684796 h 5684796"/>
              <a:gd name="connsiteX5" fmla="*/ 882722 w 6650458"/>
              <a:gd name="connsiteY5" fmla="*/ 5375942 h 56847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650458" h="5684796">
                <a:moveTo>
                  <a:pt x="882722" y="5375942"/>
                </a:moveTo>
                <a:cubicBezTo>
                  <a:pt x="1060093" y="5309029"/>
                  <a:pt x="5653101" y="899477"/>
                  <a:pt x="6647405" y="0"/>
                </a:cubicBezTo>
                <a:cubicBezTo>
                  <a:pt x="6643182" y="184797"/>
                  <a:pt x="6647717" y="137848"/>
                  <a:pt x="6648975" y="474927"/>
                </a:cubicBezTo>
                <a:cubicBezTo>
                  <a:pt x="6649469" y="2211411"/>
                  <a:pt x="6649964" y="3947896"/>
                  <a:pt x="6650458" y="5684380"/>
                </a:cubicBezTo>
                <a:lnTo>
                  <a:pt x="0" y="5684796"/>
                </a:lnTo>
                <a:lnTo>
                  <a:pt x="882722" y="537594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riangle 4"/>
          <p:cNvSpPr/>
          <p:nvPr userDrawn="1"/>
        </p:nvSpPr>
        <p:spPr>
          <a:xfrm flipH="1" flipV="1">
            <a:off x="9598295" y="545"/>
            <a:ext cx="2590529" cy="3099495"/>
          </a:xfrm>
          <a:custGeom>
            <a:avLst/>
            <a:gdLst>
              <a:gd name="connsiteX0" fmla="*/ 0 w 1060704"/>
              <a:gd name="connsiteY0" fmla="*/ 914400 h 914400"/>
              <a:gd name="connsiteX1" fmla="*/ 530352 w 1060704"/>
              <a:gd name="connsiteY1" fmla="*/ 0 h 914400"/>
              <a:gd name="connsiteX2" fmla="*/ 1060704 w 1060704"/>
              <a:gd name="connsiteY2" fmla="*/ 914400 h 914400"/>
              <a:gd name="connsiteX3" fmla="*/ 0 w 1060704"/>
              <a:gd name="connsiteY3" fmla="*/ 914400 h 914400"/>
              <a:gd name="connsiteX0" fmla="*/ 8662 w 1069366"/>
              <a:gd name="connsiteY0" fmla="*/ 1328286 h 1328286"/>
              <a:gd name="connsiteX1" fmla="*/ 0 w 1069366"/>
              <a:gd name="connsiteY1" fmla="*/ 0 h 1328286"/>
              <a:gd name="connsiteX2" fmla="*/ 1069366 w 1069366"/>
              <a:gd name="connsiteY2" fmla="*/ 1328286 h 1328286"/>
              <a:gd name="connsiteX3" fmla="*/ 8662 w 1069366"/>
              <a:gd name="connsiteY3" fmla="*/ 1328286 h 1328286"/>
              <a:gd name="connsiteX0" fmla="*/ 8662 w 578478"/>
              <a:gd name="connsiteY0" fmla="*/ 1328286 h 1337911"/>
              <a:gd name="connsiteX1" fmla="*/ 0 w 578478"/>
              <a:gd name="connsiteY1" fmla="*/ 0 h 1337911"/>
              <a:gd name="connsiteX2" fmla="*/ 578478 w 578478"/>
              <a:gd name="connsiteY2" fmla="*/ 1337911 h 1337911"/>
              <a:gd name="connsiteX3" fmla="*/ 8662 w 578478"/>
              <a:gd name="connsiteY3" fmla="*/ 1328286 h 1337911"/>
              <a:gd name="connsiteX0" fmla="*/ 8662 w 799859"/>
              <a:gd name="connsiteY0" fmla="*/ 1328286 h 1347537"/>
              <a:gd name="connsiteX1" fmla="*/ 0 w 799859"/>
              <a:gd name="connsiteY1" fmla="*/ 0 h 1347537"/>
              <a:gd name="connsiteX2" fmla="*/ 799859 w 799859"/>
              <a:gd name="connsiteY2" fmla="*/ 1347537 h 1347537"/>
              <a:gd name="connsiteX3" fmla="*/ 8662 w 799859"/>
              <a:gd name="connsiteY3" fmla="*/ 1328286 h 1347537"/>
              <a:gd name="connsiteX0" fmla="*/ 8662 w 758584"/>
              <a:gd name="connsiteY0" fmla="*/ 1328286 h 1328286"/>
              <a:gd name="connsiteX1" fmla="*/ 0 w 758584"/>
              <a:gd name="connsiteY1" fmla="*/ 0 h 1328286"/>
              <a:gd name="connsiteX2" fmla="*/ 758584 w 758584"/>
              <a:gd name="connsiteY2" fmla="*/ 1242762 h 1328286"/>
              <a:gd name="connsiteX3" fmla="*/ 8662 w 758584"/>
              <a:gd name="connsiteY3" fmla="*/ 1328286 h 1328286"/>
              <a:gd name="connsiteX0" fmla="*/ 8662 w 783984"/>
              <a:gd name="connsiteY0" fmla="*/ 1328286 h 1328487"/>
              <a:gd name="connsiteX1" fmla="*/ 0 w 783984"/>
              <a:gd name="connsiteY1" fmla="*/ 0 h 1328487"/>
              <a:gd name="connsiteX2" fmla="*/ 783984 w 783984"/>
              <a:gd name="connsiteY2" fmla="*/ 1328487 h 1328487"/>
              <a:gd name="connsiteX3" fmla="*/ 8662 w 783984"/>
              <a:gd name="connsiteY3" fmla="*/ 1328286 h 1328487"/>
              <a:gd name="connsiteX0" fmla="*/ 5487 w 780809"/>
              <a:gd name="connsiteY0" fmla="*/ 1347336 h 1347537"/>
              <a:gd name="connsiteX1" fmla="*/ 0 w 780809"/>
              <a:gd name="connsiteY1" fmla="*/ 0 h 1347537"/>
              <a:gd name="connsiteX2" fmla="*/ 780809 w 780809"/>
              <a:gd name="connsiteY2" fmla="*/ 1347537 h 1347537"/>
              <a:gd name="connsiteX3" fmla="*/ 5487 w 780809"/>
              <a:gd name="connsiteY3" fmla="*/ 1347336 h 1347537"/>
              <a:gd name="connsiteX0" fmla="*/ 5487 w 780809"/>
              <a:gd name="connsiteY0" fmla="*/ 1353686 h 1353887"/>
              <a:gd name="connsiteX1" fmla="*/ 0 w 780809"/>
              <a:gd name="connsiteY1" fmla="*/ 0 h 1353887"/>
              <a:gd name="connsiteX2" fmla="*/ 780809 w 780809"/>
              <a:gd name="connsiteY2" fmla="*/ 1353887 h 1353887"/>
              <a:gd name="connsiteX3" fmla="*/ 5487 w 780809"/>
              <a:gd name="connsiteY3" fmla="*/ 1353686 h 1353887"/>
              <a:gd name="connsiteX0" fmla="*/ 156 w 775478"/>
              <a:gd name="connsiteY0" fmla="*/ 1360036 h 1360237"/>
              <a:gd name="connsiteX1" fmla="*/ 32769 w 775478"/>
              <a:gd name="connsiteY1" fmla="*/ 0 h 1360237"/>
              <a:gd name="connsiteX2" fmla="*/ 775478 w 775478"/>
              <a:gd name="connsiteY2" fmla="*/ 1360237 h 1360237"/>
              <a:gd name="connsiteX3" fmla="*/ 156 w 775478"/>
              <a:gd name="connsiteY3" fmla="*/ 1360036 h 1360237"/>
              <a:gd name="connsiteX0" fmla="*/ 745 w 776067"/>
              <a:gd name="connsiteY0" fmla="*/ 1360036 h 1360237"/>
              <a:gd name="connsiteX1" fmla="*/ 1608 w 776067"/>
              <a:gd name="connsiteY1" fmla="*/ 0 h 1360237"/>
              <a:gd name="connsiteX2" fmla="*/ 776067 w 776067"/>
              <a:gd name="connsiteY2" fmla="*/ 1360237 h 1360237"/>
              <a:gd name="connsiteX3" fmla="*/ 745 w 776067"/>
              <a:gd name="connsiteY3" fmla="*/ 1360036 h 1360237"/>
              <a:gd name="connsiteX0" fmla="*/ 745 w 776067"/>
              <a:gd name="connsiteY0" fmla="*/ 2027387 h 2027588"/>
              <a:gd name="connsiteX1" fmla="*/ 1608 w 776067"/>
              <a:gd name="connsiteY1" fmla="*/ 0 h 2027588"/>
              <a:gd name="connsiteX2" fmla="*/ 776067 w 776067"/>
              <a:gd name="connsiteY2" fmla="*/ 2027588 h 2027588"/>
              <a:gd name="connsiteX3" fmla="*/ 745 w 776067"/>
              <a:gd name="connsiteY3" fmla="*/ 2027387 h 2027588"/>
              <a:gd name="connsiteX0" fmla="*/ 68 w 775390"/>
              <a:gd name="connsiteY0" fmla="*/ 642825 h 643026"/>
              <a:gd name="connsiteX1" fmla="*/ 84454 w 775390"/>
              <a:gd name="connsiteY1" fmla="*/ 0 h 643026"/>
              <a:gd name="connsiteX2" fmla="*/ 775390 w 775390"/>
              <a:gd name="connsiteY2" fmla="*/ 643026 h 643026"/>
              <a:gd name="connsiteX3" fmla="*/ 68 w 775390"/>
              <a:gd name="connsiteY3" fmla="*/ 642825 h 643026"/>
              <a:gd name="connsiteX0" fmla="*/ 51 w 775373"/>
              <a:gd name="connsiteY0" fmla="*/ 1015468 h 1015669"/>
              <a:gd name="connsiteX1" fmla="*/ 116561 w 775373"/>
              <a:gd name="connsiteY1" fmla="*/ 0 h 1015669"/>
              <a:gd name="connsiteX2" fmla="*/ 775373 w 775373"/>
              <a:gd name="connsiteY2" fmla="*/ 1015669 h 1015669"/>
              <a:gd name="connsiteX3" fmla="*/ 51 w 775373"/>
              <a:gd name="connsiteY3" fmla="*/ 1015468 h 1015669"/>
              <a:gd name="connsiteX0" fmla="*/ 745 w 776067"/>
              <a:gd name="connsiteY0" fmla="*/ 1500547 h 1500748"/>
              <a:gd name="connsiteX1" fmla="*/ 1607 w 776067"/>
              <a:gd name="connsiteY1" fmla="*/ 0 h 1500748"/>
              <a:gd name="connsiteX2" fmla="*/ 776067 w 776067"/>
              <a:gd name="connsiteY2" fmla="*/ 1500748 h 1500748"/>
              <a:gd name="connsiteX3" fmla="*/ 745 w 776067"/>
              <a:gd name="connsiteY3" fmla="*/ 1500547 h 1500748"/>
              <a:gd name="connsiteX0" fmla="*/ 745 w 776067"/>
              <a:gd name="connsiteY0" fmla="*/ 1127904 h 1128105"/>
              <a:gd name="connsiteX1" fmla="*/ 1607 w 776067"/>
              <a:gd name="connsiteY1" fmla="*/ 0 h 1128105"/>
              <a:gd name="connsiteX2" fmla="*/ 776067 w 776067"/>
              <a:gd name="connsiteY2" fmla="*/ 1128105 h 1128105"/>
              <a:gd name="connsiteX3" fmla="*/ 745 w 776067"/>
              <a:gd name="connsiteY3" fmla="*/ 1127904 h 1128105"/>
              <a:gd name="connsiteX0" fmla="*/ 745 w 776067"/>
              <a:gd name="connsiteY0" fmla="*/ 1198578 h 1198779"/>
              <a:gd name="connsiteX1" fmla="*/ 1607 w 776067"/>
              <a:gd name="connsiteY1" fmla="*/ 0 h 1198779"/>
              <a:gd name="connsiteX2" fmla="*/ 776067 w 776067"/>
              <a:gd name="connsiteY2" fmla="*/ 1198779 h 1198779"/>
              <a:gd name="connsiteX3" fmla="*/ 745 w 776067"/>
              <a:gd name="connsiteY3" fmla="*/ 1198578 h 1198779"/>
              <a:gd name="connsiteX0" fmla="*/ 234382 w 1009704"/>
              <a:gd name="connsiteY0" fmla="*/ 1208483 h 1208684"/>
              <a:gd name="connsiteX1" fmla="*/ 0 w 1009704"/>
              <a:gd name="connsiteY1" fmla="*/ 0 h 1208684"/>
              <a:gd name="connsiteX2" fmla="*/ 1009704 w 1009704"/>
              <a:gd name="connsiteY2" fmla="*/ 1208684 h 1208684"/>
              <a:gd name="connsiteX3" fmla="*/ 234382 w 1009704"/>
              <a:gd name="connsiteY3" fmla="*/ 1208483 h 1208684"/>
              <a:gd name="connsiteX0" fmla="*/ 879 w 1010207"/>
              <a:gd name="connsiteY0" fmla="*/ 1208483 h 1208684"/>
              <a:gd name="connsiteX1" fmla="*/ 503 w 1010207"/>
              <a:gd name="connsiteY1" fmla="*/ 0 h 1208684"/>
              <a:gd name="connsiteX2" fmla="*/ 1010207 w 1010207"/>
              <a:gd name="connsiteY2" fmla="*/ 1208684 h 1208684"/>
              <a:gd name="connsiteX3" fmla="*/ 879 w 1010207"/>
              <a:gd name="connsiteY3" fmla="*/ 1208483 h 12086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10207" h="1208684">
                <a:moveTo>
                  <a:pt x="879" y="1208483"/>
                </a:moveTo>
                <a:cubicBezTo>
                  <a:pt x="-2008" y="765721"/>
                  <a:pt x="3390" y="442762"/>
                  <a:pt x="503" y="0"/>
                </a:cubicBezTo>
                <a:lnTo>
                  <a:pt x="1010207" y="1208684"/>
                </a:lnTo>
                <a:lnTo>
                  <a:pt x="879" y="1208483"/>
                </a:lnTo>
                <a:close/>
              </a:path>
            </a:pathLst>
          </a:custGeom>
          <a:solidFill>
            <a:schemeClr val="accent2">
              <a:alpha val="5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95000"/>
              </a:lnSpc>
            </a:pPr>
            <a:endParaRPr lang="en-US" sz="2000" err="1">
              <a:latin typeface="+mj-lt"/>
            </a:endParaRPr>
          </a:p>
        </p:txBody>
      </p:sp>
      <p:sp>
        <p:nvSpPr>
          <p:cNvPr id="8" name="Triangle 4"/>
          <p:cNvSpPr/>
          <p:nvPr userDrawn="1"/>
        </p:nvSpPr>
        <p:spPr>
          <a:xfrm flipH="1">
            <a:off x="10209022" y="1656809"/>
            <a:ext cx="1990111" cy="5199455"/>
          </a:xfrm>
          <a:custGeom>
            <a:avLst/>
            <a:gdLst>
              <a:gd name="connsiteX0" fmla="*/ 0 w 1060704"/>
              <a:gd name="connsiteY0" fmla="*/ 914400 h 914400"/>
              <a:gd name="connsiteX1" fmla="*/ 530352 w 1060704"/>
              <a:gd name="connsiteY1" fmla="*/ 0 h 914400"/>
              <a:gd name="connsiteX2" fmla="*/ 1060704 w 1060704"/>
              <a:gd name="connsiteY2" fmla="*/ 914400 h 914400"/>
              <a:gd name="connsiteX3" fmla="*/ 0 w 1060704"/>
              <a:gd name="connsiteY3" fmla="*/ 914400 h 914400"/>
              <a:gd name="connsiteX0" fmla="*/ 8662 w 1069366"/>
              <a:gd name="connsiteY0" fmla="*/ 1328286 h 1328286"/>
              <a:gd name="connsiteX1" fmla="*/ 0 w 1069366"/>
              <a:gd name="connsiteY1" fmla="*/ 0 h 1328286"/>
              <a:gd name="connsiteX2" fmla="*/ 1069366 w 1069366"/>
              <a:gd name="connsiteY2" fmla="*/ 1328286 h 1328286"/>
              <a:gd name="connsiteX3" fmla="*/ 8662 w 1069366"/>
              <a:gd name="connsiteY3" fmla="*/ 1328286 h 1328286"/>
              <a:gd name="connsiteX0" fmla="*/ 8662 w 578478"/>
              <a:gd name="connsiteY0" fmla="*/ 1328286 h 1337911"/>
              <a:gd name="connsiteX1" fmla="*/ 0 w 578478"/>
              <a:gd name="connsiteY1" fmla="*/ 0 h 1337911"/>
              <a:gd name="connsiteX2" fmla="*/ 578478 w 578478"/>
              <a:gd name="connsiteY2" fmla="*/ 1337911 h 1337911"/>
              <a:gd name="connsiteX3" fmla="*/ 8662 w 578478"/>
              <a:gd name="connsiteY3" fmla="*/ 1328286 h 1337911"/>
              <a:gd name="connsiteX0" fmla="*/ 8662 w 799859"/>
              <a:gd name="connsiteY0" fmla="*/ 1328286 h 1347537"/>
              <a:gd name="connsiteX1" fmla="*/ 0 w 799859"/>
              <a:gd name="connsiteY1" fmla="*/ 0 h 1347537"/>
              <a:gd name="connsiteX2" fmla="*/ 799859 w 799859"/>
              <a:gd name="connsiteY2" fmla="*/ 1347537 h 1347537"/>
              <a:gd name="connsiteX3" fmla="*/ 8662 w 799859"/>
              <a:gd name="connsiteY3" fmla="*/ 1328286 h 1347537"/>
              <a:gd name="connsiteX0" fmla="*/ 8662 w 758584"/>
              <a:gd name="connsiteY0" fmla="*/ 1328286 h 1328286"/>
              <a:gd name="connsiteX1" fmla="*/ 0 w 758584"/>
              <a:gd name="connsiteY1" fmla="*/ 0 h 1328286"/>
              <a:gd name="connsiteX2" fmla="*/ 758584 w 758584"/>
              <a:gd name="connsiteY2" fmla="*/ 1242762 h 1328286"/>
              <a:gd name="connsiteX3" fmla="*/ 8662 w 758584"/>
              <a:gd name="connsiteY3" fmla="*/ 1328286 h 1328286"/>
              <a:gd name="connsiteX0" fmla="*/ 8662 w 783984"/>
              <a:gd name="connsiteY0" fmla="*/ 1328286 h 1328487"/>
              <a:gd name="connsiteX1" fmla="*/ 0 w 783984"/>
              <a:gd name="connsiteY1" fmla="*/ 0 h 1328487"/>
              <a:gd name="connsiteX2" fmla="*/ 783984 w 783984"/>
              <a:gd name="connsiteY2" fmla="*/ 1328487 h 1328487"/>
              <a:gd name="connsiteX3" fmla="*/ 8662 w 783984"/>
              <a:gd name="connsiteY3" fmla="*/ 1328286 h 1328487"/>
              <a:gd name="connsiteX0" fmla="*/ 5487 w 780809"/>
              <a:gd name="connsiteY0" fmla="*/ 1347336 h 1347537"/>
              <a:gd name="connsiteX1" fmla="*/ 0 w 780809"/>
              <a:gd name="connsiteY1" fmla="*/ 0 h 1347537"/>
              <a:gd name="connsiteX2" fmla="*/ 780809 w 780809"/>
              <a:gd name="connsiteY2" fmla="*/ 1347537 h 1347537"/>
              <a:gd name="connsiteX3" fmla="*/ 5487 w 780809"/>
              <a:gd name="connsiteY3" fmla="*/ 1347336 h 1347537"/>
              <a:gd name="connsiteX0" fmla="*/ 5487 w 780809"/>
              <a:gd name="connsiteY0" fmla="*/ 1353686 h 1353887"/>
              <a:gd name="connsiteX1" fmla="*/ 0 w 780809"/>
              <a:gd name="connsiteY1" fmla="*/ 0 h 1353887"/>
              <a:gd name="connsiteX2" fmla="*/ 780809 w 780809"/>
              <a:gd name="connsiteY2" fmla="*/ 1353887 h 1353887"/>
              <a:gd name="connsiteX3" fmla="*/ 5487 w 780809"/>
              <a:gd name="connsiteY3" fmla="*/ 1353686 h 1353887"/>
              <a:gd name="connsiteX0" fmla="*/ 156 w 775478"/>
              <a:gd name="connsiteY0" fmla="*/ 1360036 h 1360237"/>
              <a:gd name="connsiteX1" fmla="*/ 32769 w 775478"/>
              <a:gd name="connsiteY1" fmla="*/ 0 h 1360237"/>
              <a:gd name="connsiteX2" fmla="*/ 775478 w 775478"/>
              <a:gd name="connsiteY2" fmla="*/ 1360237 h 1360237"/>
              <a:gd name="connsiteX3" fmla="*/ 156 w 775478"/>
              <a:gd name="connsiteY3" fmla="*/ 1360036 h 1360237"/>
              <a:gd name="connsiteX0" fmla="*/ 745 w 776067"/>
              <a:gd name="connsiteY0" fmla="*/ 1360036 h 1360237"/>
              <a:gd name="connsiteX1" fmla="*/ 1608 w 776067"/>
              <a:gd name="connsiteY1" fmla="*/ 0 h 1360237"/>
              <a:gd name="connsiteX2" fmla="*/ 776067 w 776067"/>
              <a:gd name="connsiteY2" fmla="*/ 1360237 h 1360237"/>
              <a:gd name="connsiteX3" fmla="*/ 745 w 776067"/>
              <a:gd name="connsiteY3" fmla="*/ 1360036 h 1360237"/>
              <a:gd name="connsiteX0" fmla="*/ 745 w 776067"/>
              <a:gd name="connsiteY0" fmla="*/ 2027387 h 2027588"/>
              <a:gd name="connsiteX1" fmla="*/ 1608 w 776067"/>
              <a:gd name="connsiteY1" fmla="*/ 0 h 2027588"/>
              <a:gd name="connsiteX2" fmla="*/ 776067 w 776067"/>
              <a:gd name="connsiteY2" fmla="*/ 2027588 h 2027588"/>
              <a:gd name="connsiteX3" fmla="*/ 745 w 776067"/>
              <a:gd name="connsiteY3" fmla="*/ 2027387 h 20275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76067" h="2027588">
                <a:moveTo>
                  <a:pt x="745" y="2027387"/>
                </a:moveTo>
                <a:cubicBezTo>
                  <a:pt x="-2142" y="1584625"/>
                  <a:pt x="4495" y="442762"/>
                  <a:pt x="1608" y="0"/>
                </a:cubicBezTo>
                <a:lnTo>
                  <a:pt x="776067" y="2027588"/>
                </a:lnTo>
                <a:lnTo>
                  <a:pt x="745" y="2027387"/>
                </a:lnTo>
                <a:close/>
              </a:path>
            </a:pathLst>
          </a:custGeom>
          <a:solidFill>
            <a:srgbClr val="FF4D00">
              <a:alpha val="88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95000"/>
              </a:lnSpc>
            </a:pPr>
            <a:endParaRPr lang="en-US" sz="2000" err="1">
              <a:latin typeface="+mj-lt"/>
            </a:endParaRPr>
          </a:p>
        </p:txBody>
      </p:sp>
      <p:sp>
        <p:nvSpPr>
          <p:cNvPr id="9" name="Triangle 4"/>
          <p:cNvSpPr/>
          <p:nvPr userDrawn="1"/>
        </p:nvSpPr>
        <p:spPr>
          <a:xfrm flipH="1" flipV="1">
            <a:off x="10204703" y="-201"/>
            <a:ext cx="1990111" cy="3074095"/>
          </a:xfrm>
          <a:custGeom>
            <a:avLst/>
            <a:gdLst>
              <a:gd name="connsiteX0" fmla="*/ 0 w 1060704"/>
              <a:gd name="connsiteY0" fmla="*/ 914400 h 914400"/>
              <a:gd name="connsiteX1" fmla="*/ 530352 w 1060704"/>
              <a:gd name="connsiteY1" fmla="*/ 0 h 914400"/>
              <a:gd name="connsiteX2" fmla="*/ 1060704 w 1060704"/>
              <a:gd name="connsiteY2" fmla="*/ 914400 h 914400"/>
              <a:gd name="connsiteX3" fmla="*/ 0 w 1060704"/>
              <a:gd name="connsiteY3" fmla="*/ 914400 h 914400"/>
              <a:gd name="connsiteX0" fmla="*/ 8662 w 1069366"/>
              <a:gd name="connsiteY0" fmla="*/ 1328286 h 1328286"/>
              <a:gd name="connsiteX1" fmla="*/ 0 w 1069366"/>
              <a:gd name="connsiteY1" fmla="*/ 0 h 1328286"/>
              <a:gd name="connsiteX2" fmla="*/ 1069366 w 1069366"/>
              <a:gd name="connsiteY2" fmla="*/ 1328286 h 1328286"/>
              <a:gd name="connsiteX3" fmla="*/ 8662 w 1069366"/>
              <a:gd name="connsiteY3" fmla="*/ 1328286 h 1328286"/>
              <a:gd name="connsiteX0" fmla="*/ 8662 w 578478"/>
              <a:gd name="connsiteY0" fmla="*/ 1328286 h 1337911"/>
              <a:gd name="connsiteX1" fmla="*/ 0 w 578478"/>
              <a:gd name="connsiteY1" fmla="*/ 0 h 1337911"/>
              <a:gd name="connsiteX2" fmla="*/ 578478 w 578478"/>
              <a:gd name="connsiteY2" fmla="*/ 1337911 h 1337911"/>
              <a:gd name="connsiteX3" fmla="*/ 8662 w 578478"/>
              <a:gd name="connsiteY3" fmla="*/ 1328286 h 1337911"/>
              <a:gd name="connsiteX0" fmla="*/ 8662 w 799859"/>
              <a:gd name="connsiteY0" fmla="*/ 1328286 h 1347537"/>
              <a:gd name="connsiteX1" fmla="*/ 0 w 799859"/>
              <a:gd name="connsiteY1" fmla="*/ 0 h 1347537"/>
              <a:gd name="connsiteX2" fmla="*/ 799859 w 799859"/>
              <a:gd name="connsiteY2" fmla="*/ 1347537 h 1347537"/>
              <a:gd name="connsiteX3" fmla="*/ 8662 w 799859"/>
              <a:gd name="connsiteY3" fmla="*/ 1328286 h 1347537"/>
              <a:gd name="connsiteX0" fmla="*/ 8662 w 758584"/>
              <a:gd name="connsiteY0" fmla="*/ 1328286 h 1328286"/>
              <a:gd name="connsiteX1" fmla="*/ 0 w 758584"/>
              <a:gd name="connsiteY1" fmla="*/ 0 h 1328286"/>
              <a:gd name="connsiteX2" fmla="*/ 758584 w 758584"/>
              <a:gd name="connsiteY2" fmla="*/ 1242762 h 1328286"/>
              <a:gd name="connsiteX3" fmla="*/ 8662 w 758584"/>
              <a:gd name="connsiteY3" fmla="*/ 1328286 h 1328286"/>
              <a:gd name="connsiteX0" fmla="*/ 8662 w 783984"/>
              <a:gd name="connsiteY0" fmla="*/ 1328286 h 1328487"/>
              <a:gd name="connsiteX1" fmla="*/ 0 w 783984"/>
              <a:gd name="connsiteY1" fmla="*/ 0 h 1328487"/>
              <a:gd name="connsiteX2" fmla="*/ 783984 w 783984"/>
              <a:gd name="connsiteY2" fmla="*/ 1328487 h 1328487"/>
              <a:gd name="connsiteX3" fmla="*/ 8662 w 783984"/>
              <a:gd name="connsiteY3" fmla="*/ 1328286 h 1328487"/>
              <a:gd name="connsiteX0" fmla="*/ 5487 w 780809"/>
              <a:gd name="connsiteY0" fmla="*/ 1347336 h 1347537"/>
              <a:gd name="connsiteX1" fmla="*/ 0 w 780809"/>
              <a:gd name="connsiteY1" fmla="*/ 0 h 1347537"/>
              <a:gd name="connsiteX2" fmla="*/ 780809 w 780809"/>
              <a:gd name="connsiteY2" fmla="*/ 1347537 h 1347537"/>
              <a:gd name="connsiteX3" fmla="*/ 5487 w 780809"/>
              <a:gd name="connsiteY3" fmla="*/ 1347336 h 1347537"/>
              <a:gd name="connsiteX0" fmla="*/ 5487 w 780809"/>
              <a:gd name="connsiteY0" fmla="*/ 1353686 h 1353887"/>
              <a:gd name="connsiteX1" fmla="*/ 0 w 780809"/>
              <a:gd name="connsiteY1" fmla="*/ 0 h 1353887"/>
              <a:gd name="connsiteX2" fmla="*/ 780809 w 780809"/>
              <a:gd name="connsiteY2" fmla="*/ 1353887 h 1353887"/>
              <a:gd name="connsiteX3" fmla="*/ 5487 w 780809"/>
              <a:gd name="connsiteY3" fmla="*/ 1353686 h 1353887"/>
              <a:gd name="connsiteX0" fmla="*/ 156 w 775478"/>
              <a:gd name="connsiteY0" fmla="*/ 1360036 h 1360237"/>
              <a:gd name="connsiteX1" fmla="*/ 32769 w 775478"/>
              <a:gd name="connsiteY1" fmla="*/ 0 h 1360237"/>
              <a:gd name="connsiteX2" fmla="*/ 775478 w 775478"/>
              <a:gd name="connsiteY2" fmla="*/ 1360237 h 1360237"/>
              <a:gd name="connsiteX3" fmla="*/ 156 w 775478"/>
              <a:gd name="connsiteY3" fmla="*/ 1360036 h 1360237"/>
              <a:gd name="connsiteX0" fmla="*/ 745 w 776067"/>
              <a:gd name="connsiteY0" fmla="*/ 1360036 h 1360237"/>
              <a:gd name="connsiteX1" fmla="*/ 1608 w 776067"/>
              <a:gd name="connsiteY1" fmla="*/ 0 h 1360237"/>
              <a:gd name="connsiteX2" fmla="*/ 776067 w 776067"/>
              <a:gd name="connsiteY2" fmla="*/ 1360237 h 1360237"/>
              <a:gd name="connsiteX3" fmla="*/ 745 w 776067"/>
              <a:gd name="connsiteY3" fmla="*/ 1360036 h 1360237"/>
              <a:gd name="connsiteX0" fmla="*/ 745 w 776067"/>
              <a:gd name="connsiteY0" fmla="*/ 2027387 h 2027588"/>
              <a:gd name="connsiteX1" fmla="*/ 1608 w 776067"/>
              <a:gd name="connsiteY1" fmla="*/ 0 h 2027588"/>
              <a:gd name="connsiteX2" fmla="*/ 776067 w 776067"/>
              <a:gd name="connsiteY2" fmla="*/ 2027588 h 2027588"/>
              <a:gd name="connsiteX3" fmla="*/ 745 w 776067"/>
              <a:gd name="connsiteY3" fmla="*/ 2027387 h 2027588"/>
              <a:gd name="connsiteX0" fmla="*/ 68 w 775390"/>
              <a:gd name="connsiteY0" fmla="*/ 642825 h 643026"/>
              <a:gd name="connsiteX1" fmla="*/ 84454 w 775390"/>
              <a:gd name="connsiteY1" fmla="*/ 0 h 643026"/>
              <a:gd name="connsiteX2" fmla="*/ 775390 w 775390"/>
              <a:gd name="connsiteY2" fmla="*/ 643026 h 643026"/>
              <a:gd name="connsiteX3" fmla="*/ 68 w 775390"/>
              <a:gd name="connsiteY3" fmla="*/ 642825 h 643026"/>
              <a:gd name="connsiteX0" fmla="*/ 51 w 775373"/>
              <a:gd name="connsiteY0" fmla="*/ 1015468 h 1015669"/>
              <a:gd name="connsiteX1" fmla="*/ 116561 w 775373"/>
              <a:gd name="connsiteY1" fmla="*/ 0 h 1015669"/>
              <a:gd name="connsiteX2" fmla="*/ 775373 w 775373"/>
              <a:gd name="connsiteY2" fmla="*/ 1015669 h 1015669"/>
              <a:gd name="connsiteX3" fmla="*/ 51 w 775373"/>
              <a:gd name="connsiteY3" fmla="*/ 1015468 h 1015669"/>
              <a:gd name="connsiteX0" fmla="*/ 745 w 776067"/>
              <a:gd name="connsiteY0" fmla="*/ 1500547 h 1500748"/>
              <a:gd name="connsiteX1" fmla="*/ 1607 w 776067"/>
              <a:gd name="connsiteY1" fmla="*/ 0 h 1500748"/>
              <a:gd name="connsiteX2" fmla="*/ 776067 w 776067"/>
              <a:gd name="connsiteY2" fmla="*/ 1500748 h 1500748"/>
              <a:gd name="connsiteX3" fmla="*/ 745 w 776067"/>
              <a:gd name="connsiteY3" fmla="*/ 1500547 h 1500748"/>
              <a:gd name="connsiteX0" fmla="*/ 745 w 776067"/>
              <a:gd name="connsiteY0" fmla="*/ 1127904 h 1128105"/>
              <a:gd name="connsiteX1" fmla="*/ 1607 w 776067"/>
              <a:gd name="connsiteY1" fmla="*/ 0 h 1128105"/>
              <a:gd name="connsiteX2" fmla="*/ 776067 w 776067"/>
              <a:gd name="connsiteY2" fmla="*/ 1128105 h 1128105"/>
              <a:gd name="connsiteX3" fmla="*/ 745 w 776067"/>
              <a:gd name="connsiteY3" fmla="*/ 1127904 h 1128105"/>
              <a:gd name="connsiteX0" fmla="*/ 745 w 776067"/>
              <a:gd name="connsiteY0" fmla="*/ 1198578 h 1198779"/>
              <a:gd name="connsiteX1" fmla="*/ 1607 w 776067"/>
              <a:gd name="connsiteY1" fmla="*/ 0 h 1198779"/>
              <a:gd name="connsiteX2" fmla="*/ 776067 w 776067"/>
              <a:gd name="connsiteY2" fmla="*/ 1198779 h 1198779"/>
              <a:gd name="connsiteX3" fmla="*/ 745 w 776067"/>
              <a:gd name="connsiteY3" fmla="*/ 1198578 h 11987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76067" h="1198779">
                <a:moveTo>
                  <a:pt x="745" y="1198578"/>
                </a:moveTo>
                <a:cubicBezTo>
                  <a:pt x="-2142" y="755816"/>
                  <a:pt x="4494" y="442762"/>
                  <a:pt x="1607" y="0"/>
                </a:cubicBezTo>
                <a:lnTo>
                  <a:pt x="776067" y="1198779"/>
                </a:lnTo>
                <a:lnTo>
                  <a:pt x="745" y="1198578"/>
                </a:lnTo>
                <a:close/>
              </a:path>
            </a:pathLst>
          </a:custGeom>
          <a:solidFill>
            <a:srgbClr val="FF4D00">
              <a:alpha val="68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95000"/>
              </a:lnSpc>
            </a:pPr>
            <a:endParaRPr lang="en-US" sz="2000" err="1">
              <a:latin typeface="+mj-lt"/>
            </a:endParaRPr>
          </a:p>
        </p:txBody>
      </p:sp>
      <p:sp>
        <p:nvSpPr>
          <p:cNvPr id="18" name="Text Placeholder 23"/>
          <p:cNvSpPr>
            <a:spLocks noGrp="1"/>
          </p:cNvSpPr>
          <p:nvPr>
            <p:ph type="body" sz="quarter" idx="11" hasCustomPrompt="1"/>
          </p:nvPr>
        </p:nvSpPr>
        <p:spPr>
          <a:xfrm>
            <a:off x="1160547" y="2063006"/>
            <a:ext cx="7339764" cy="195259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5399" b="0" i="0" baseline="0">
                <a:solidFill>
                  <a:schemeClr val="bg1"/>
                </a:solidFill>
                <a:latin typeface="Roboto Light" charset="0"/>
                <a:ea typeface="Roboto Light" charset="0"/>
                <a:cs typeface="Roboto Light" charset="0"/>
              </a:defRPr>
            </a:lvl1pPr>
            <a:lvl2pPr marL="457108" indent="0">
              <a:buNone/>
              <a:defRPr/>
            </a:lvl2pPr>
            <a:lvl3pPr marL="914217" indent="0">
              <a:buNone/>
              <a:defRPr/>
            </a:lvl3pPr>
            <a:lvl4pPr marL="1371326" indent="0">
              <a:buNone/>
              <a:defRPr/>
            </a:lvl4pPr>
            <a:lvl5pPr marL="1828435" indent="0">
              <a:buNone/>
              <a:defRPr/>
            </a:lvl5pPr>
          </a:lstStyle>
          <a:p>
            <a:pPr lvl="0"/>
            <a:r>
              <a:rPr lang="en-US"/>
              <a:t>Headline goes here, </a:t>
            </a:r>
            <a:r>
              <a:rPr lang="en-US" err="1"/>
              <a:t>Roboto</a:t>
            </a:r>
            <a:r>
              <a:rPr lang="en-US"/>
              <a:t> Light 54 </a:t>
            </a:r>
            <a:r>
              <a:rPr lang="en-US" err="1"/>
              <a:t>pt</a:t>
            </a:r>
            <a:r>
              <a:rPr lang="en-US"/>
              <a:t> – up to three lines.</a:t>
            </a:r>
          </a:p>
        </p:txBody>
      </p:sp>
    </p:spTree>
    <p:extLst>
      <p:ext uri="{BB962C8B-B14F-4D97-AF65-F5344CB8AC3E}">
        <p14:creationId xmlns:p14="http://schemas.microsoft.com/office/powerpoint/2010/main" val="22471198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 with im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ight Triangle 15"/>
          <p:cNvSpPr/>
          <p:nvPr userDrawn="1"/>
        </p:nvSpPr>
        <p:spPr>
          <a:xfrm rot="16200000">
            <a:off x="11261306" y="5930479"/>
            <a:ext cx="1313572" cy="541469"/>
          </a:xfrm>
          <a:prstGeom prst="rtTriangle">
            <a:avLst/>
          </a:prstGeom>
          <a:solidFill>
            <a:srgbClr val="0432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ight Triangle 18"/>
          <p:cNvSpPr/>
          <p:nvPr userDrawn="1"/>
        </p:nvSpPr>
        <p:spPr>
          <a:xfrm rot="10800000">
            <a:off x="9585960" y="0"/>
            <a:ext cx="2602865" cy="2217420"/>
          </a:xfrm>
          <a:prstGeom prst="rtTriangle">
            <a:avLst/>
          </a:prstGeom>
          <a:solidFill>
            <a:srgbClr val="FF4D00">
              <a:alpha val="8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 19"/>
          <p:cNvSpPr/>
          <p:nvPr userDrawn="1"/>
        </p:nvSpPr>
        <p:spPr>
          <a:xfrm>
            <a:off x="0" y="0"/>
            <a:ext cx="10367594" cy="6858000"/>
          </a:xfrm>
          <a:custGeom>
            <a:avLst/>
            <a:gdLst>
              <a:gd name="connsiteX0" fmla="*/ 0 w 10367594"/>
              <a:gd name="connsiteY0" fmla="*/ 0 h 6858000"/>
              <a:gd name="connsiteX1" fmla="*/ 10367594 w 10367594"/>
              <a:gd name="connsiteY1" fmla="*/ 0 h 6858000"/>
              <a:gd name="connsiteX2" fmla="*/ 3509594 w 10367594"/>
              <a:gd name="connsiteY2" fmla="*/ 6858000 h 6858000"/>
              <a:gd name="connsiteX3" fmla="*/ 1520714 w 10367594"/>
              <a:gd name="connsiteY3" fmla="*/ 6858000 h 6858000"/>
              <a:gd name="connsiteX4" fmla="*/ 0 w 10367594"/>
              <a:gd name="connsiteY4" fmla="*/ 5544428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367594" h="6858000">
                <a:moveTo>
                  <a:pt x="0" y="0"/>
                </a:moveTo>
                <a:lnTo>
                  <a:pt x="10367594" y="0"/>
                </a:lnTo>
                <a:lnTo>
                  <a:pt x="3509594" y="6858000"/>
                </a:lnTo>
                <a:lnTo>
                  <a:pt x="1520714" y="6858000"/>
                </a:lnTo>
                <a:lnTo>
                  <a:pt x="0" y="5544428"/>
                </a:lnTo>
                <a:close/>
              </a:path>
            </a:pathLst>
          </a:custGeom>
          <a:solidFill>
            <a:srgbClr val="FF7D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 20"/>
          <p:cNvSpPr/>
          <p:nvPr userDrawn="1"/>
        </p:nvSpPr>
        <p:spPr>
          <a:xfrm>
            <a:off x="0" y="5544428"/>
            <a:ext cx="1523890" cy="1313572"/>
          </a:xfrm>
          <a:custGeom>
            <a:avLst/>
            <a:gdLst>
              <a:gd name="connsiteX0" fmla="*/ 3176 w 1523890"/>
              <a:gd name="connsiteY0" fmla="*/ 0 h 1313572"/>
              <a:gd name="connsiteX1" fmla="*/ 1523890 w 1523890"/>
              <a:gd name="connsiteY1" fmla="*/ 1313572 h 1313572"/>
              <a:gd name="connsiteX2" fmla="*/ 0 w 1523890"/>
              <a:gd name="connsiteY2" fmla="*/ 420643 h 1313572"/>
              <a:gd name="connsiteX3" fmla="*/ 0 w 1523890"/>
              <a:gd name="connsiteY3" fmla="*/ 17461 h 13135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523890" h="1313572">
                <a:moveTo>
                  <a:pt x="3176" y="0"/>
                </a:moveTo>
                <a:lnTo>
                  <a:pt x="1523890" y="1313572"/>
                </a:lnTo>
                <a:lnTo>
                  <a:pt x="0" y="420643"/>
                </a:lnTo>
                <a:lnTo>
                  <a:pt x="0" y="17461"/>
                </a:lnTo>
                <a:close/>
              </a:path>
            </a:pathLst>
          </a:custGeom>
          <a:solidFill>
            <a:srgbClr val="FF4D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1"/>
              </a:solidFill>
            </a:endParaRP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0" hasCustomPrompt="1"/>
          </p:nvPr>
        </p:nvSpPr>
        <p:spPr>
          <a:xfrm>
            <a:off x="1160547" y="888999"/>
            <a:ext cx="5394648" cy="407991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2400" b="0" i="0" baseline="0">
                <a:solidFill>
                  <a:schemeClr val="bg1"/>
                </a:solidFill>
                <a:latin typeface="Roboto" charset="0"/>
                <a:ea typeface="Roboto" charset="0"/>
                <a:cs typeface="Roboto" charset="0"/>
              </a:defRPr>
            </a:lvl1pPr>
            <a:lvl2pPr marL="457108" indent="0">
              <a:buNone/>
              <a:defRPr/>
            </a:lvl2pPr>
            <a:lvl3pPr marL="914217" indent="0">
              <a:buNone/>
              <a:defRPr/>
            </a:lvl3pPr>
            <a:lvl4pPr marL="1371326" indent="0">
              <a:buNone/>
              <a:defRPr/>
            </a:lvl4pPr>
            <a:lvl5pPr marL="1828435" indent="0">
              <a:buNone/>
              <a:defRPr/>
            </a:lvl5pPr>
          </a:lstStyle>
          <a:p>
            <a:pPr lvl="0"/>
            <a:r>
              <a:rPr lang="en-US"/>
              <a:t>Text here, </a:t>
            </a:r>
            <a:r>
              <a:rPr lang="en-US" err="1"/>
              <a:t>Roboto</a:t>
            </a:r>
            <a:r>
              <a:rPr lang="en-US"/>
              <a:t> Regular 24 point</a:t>
            </a:r>
          </a:p>
        </p:txBody>
      </p:sp>
      <p:sp>
        <p:nvSpPr>
          <p:cNvPr id="24" name="Text Placeholder 23"/>
          <p:cNvSpPr>
            <a:spLocks noGrp="1"/>
          </p:cNvSpPr>
          <p:nvPr>
            <p:ph type="body" sz="quarter" idx="11" hasCustomPrompt="1"/>
          </p:nvPr>
        </p:nvSpPr>
        <p:spPr>
          <a:xfrm>
            <a:off x="1160547" y="2065975"/>
            <a:ext cx="5394648" cy="1776808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5400" b="0" i="0" baseline="0">
                <a:solidFill>
                  <a:schemeClr val="bg1"/>
                </a:solidFill>
                <a:latin typeface="Roboto Light" charset="0"/>
                <a:ea typeface="Roboto Light" charset="0"/>
                <a:cs typeface="Roboto Light" charset="0"/>
              </a:defRPr>
            </a:lvl1pPr>
            <a:lvl2pPr marL="457108" indent="0">
              <a:buNone/>
              <a:defRPr/>
            </a:lvl2pPr>
            <a:lvl3pPr marL="914217" indent="0">
              <a:buNone/>
              <a:defRPr/>
            </a:lvl3pPr>
            <a:lvl4pPr marL="1371326" indent="0">
              <a:buNone/>
              <a:defRPr/>
            </a:lvl4pPr>
            <a:lvl5pPr marL="1828435" indent="0">
              <a:buNone/>
              <a:defRPr/>
            </a:lvl5pPr>
          </a:lstStyle>
          <a:p>
            <a:pPr lvl="0"/>
            <a:r>
              <a:rPr lang="en-US"/>
              <a:t>Title Here, </a:t>
            </a:r>
            <a:r>
              <a:rPr lang="en-US" err="1"/>
              <a:t>Roboto</a:t>
            </a:r>
            <a:r>
              <a:rPr lang="en-US"/>
              <a:t> Light 54 point</a:t>
            </a:r>
          </a:p>
        </p:txBody>
      </p:sp>
      <p:sp>
        <p:nvSpPr>
          <p:cNvPr id="26" name="Text Placeholder 25"/>
          <p:cNvSpPr>
            <a:spLocks noGrp="1"/>
          </p:cNvSpPr>
          <p:nvPr>
            <p:ph type="body" sz="quarter" idx="12" hasCustomPrompt="1"/>
          </p:nvPr>
        </p:nvSpPr>
        <p:spPr>
          <a:xfrm>
            <a:off x="1160547" y="4000307"/>
            <a:ext cx="3497769" cy="117258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b="0" i="0" baseline="0">
                <a:solidFill>
                  <a:schemeClr val="bg1"/>
                </a:solidFill>
                <a:latin typeface="Roboto" charset="0"/>
                <a:ea typeface="Roboto" charset="0"/>
                <a:cs typeface="Roboto" charset="0"/>
              </a:defRPr>
            </a:lvl1pPr>
            <a:lvl2pPr marL="457108" indent="0">
              <a:buNone/>
              <a:defRPr/>
            </a:lvl2pPr>
            <a:lvl3pPr marL="914217" indent="0">
              <a:buNone/>
              <a:defRPr/>
            </a:lvl3pPr>
            <a:lvl4pPr marL="1371326" indent="0">
              <a:buNone/>
              <a:defRPr/>
            </a:lvl4pPr>
            <a:lvl5pPr marL="1828435" indent="0">
              <a:buNone/>
              <a:defRPr/>
            </a:lvl5pPr>
          </a:lstStyle>
          <a:p>
            <a:pPr lvl="0"/>
            <a:r>
              <a:rPr lang="en-US"/>
              <a:t>Subtitle here, </a:t>
            </a:r>
            <a:r>
              <a:rPr lang="en-US" err="1"/>
              <a:t>Roboto</a:t>
            </a:r>
            <a:r>
              <a:rPr lang="en-US"/>
              <a:t> Regular 28 point</a:t>
            </a:r>
          </a:p>
        </p:txBody>
      </p:sp>
    </p:spTree>
    <p:extLst>
      <p:ext uri="{BB962C8B-B14F-4D97-AF65-F5344CB8AC3E}">
        <p14:creationId xmlns:p14="http://schemas.microsoft.com/office/powerpoint/2010/main" val="65171774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 userDrawn="1"/>
        </p:nvSpPr>
        <p:spPr>
          <a:xfrm>
            <a:off x="0" y="0"/>
            <a:ext cx="12188825" cy="6858000"/>
          </a:xfrm>
          <a:prstGeom prst="rect">
            <a:avLst/>
          </a:prstGeom>
          <a:gradFill>
            <a:gsLst>
              <a:gs pos="0">
                <a:srgbClr val="FF4D00"/>
              </a:gs>
              <a:gs pos="49000">
                <a:srgbClr val="FF7D00"/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ight Triangle 2"/>
          <p:cNvSpPr/>
          <p:nvPr userDrawn="1"/>
        </p:nvSpPr>
        <p:spPr>
          <a:xfrm flipH="1" flipV="1">
            <a:off x="11603698" y="0"/>
            <a:ext cx="585127" cy="1575171"/>
          </a:xfrm>
          <a:prstGeom prst="rtTriangle">
            <a:avLst/>
          </a:prstGeom>
          <a:solidFill>
            <a:srgbClr val="0432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 Placeholder 23"/>
          <p:cNvSpPr>
            <a:spLocks noGrp="1"/>
          </p:cNvSpPr>
          <p:nvPr>
            <p:ph type="body" sz="quarter" idx="11" hasCustomPrompt="1"/>
          </p:nvPr>
        </p:nvSpPr>
        <p:spPr>
          <a:xfrm>
            <a:off x="1160547" y="2063006"/>
            <a:ext cx="9520153" cy="347419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5400" b="0" i="0">
                <a:solidFill>
                  <a:schemeClr val="bg1"/>
                </a:solidFill>
                <a:latin typeface="Roboto Light" charset="0"/>
                <a:ea typeface="Roboto Light" charset="0"/>
                <a:cs typeface="Roboto Light" charset="0"/>
              </a:defRPr>
            </a:lvl1pPr>
            <a:lvl2pPr marL="457108" indent="0">
              <a:buNone/>
              <a:defRPr/>
            </a:lvl2pPr>
            <a:lvl3pPr marL="914217" indent="0">
              <a:buNone/>
              <a:defRPr/>
            </a:lvl3pPr>
            <a:lvl4pPr marL="1371326" indent="0">
              <a:buNone/>
              <a:defRPr/>
            </a:lvl4pPr>
            <a:lvl5pPr marL="1828435" indent="0">
              <a:buNone/>
              <a:defRPr/>
            </a:lvl5pPr>
          </a:lstStyle>
          <a:p>
            <a:pPr lvl="0"/>
            <a:r>
              <a:rPr lang="en-US" err="1"/>
              <a:t>Roboto</a:t>
            </a:r>
            <a:r>
              <a:rPr lang="en-US"/>
              <a:t> Light 54 point</a:t>
            </a:r>
          </a:p>
        </p:txBody>
      </p:sp>
    </p:spTree>
    <p:extLst>
      <p:ext uri="{BB962C8B-B14F-4D97-AF65-F5344CB8AC3E}">
        <p14:creationId xmlns:p14="http://schemas.microsoft.com/office/powerpoint/2010/main" val="356398342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sz="quarter" idx="10" hasCustomPrompt="1"/>
          </p:nvPr>
        </p:nvSpPr>
        <p:spPr>
          <a:xfrm>
            <a:off x="1160547" y="2063006"/>
            <a:ext cx="9520153" cy="3474194"/>
          </a:xfrm>
        </p:spPr>
        <p:txBody>
          <a:bodyPr/>
          <a:lstStyle>
            <a:lvl1pPr marL="0" indent="0">
              <a:buNone/>
              <a:defRPr sz="5400" b="0" i="0">
                <a:latin typeface="Roboto Light" charset="0"/>
                <a:ea typeface="Roboto Light" charset="0"/>
                <a:cs typeface="Roboto Light" charset="0"/>
              </a:defRPr>
            </a:lvl1pPr>
          </a:lstStyle>
          <a:p>
            <a:pPr lvl="0"/>
            <a:r>
              <a:rPr lang="en-US" err="1"/>
              <a:t>Roboto</a:t>
            </a:r>
            <a:r>
              <a:rPr lang="en-US"/>
              <a:t> Light 54 point</a:t>
            </a:r>
          </a:p>
        </p:txBody>
      </p:sp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04420" y="6006041"/>
            <a:ext cx="2464597" cy="851959"/>
          </a:xfrm>
          <a:prstGeom prst="rect">
            <a:avLst/>
          </a:prstGeom>
        </p:spPr>
      </p:pic>
      <p:sp>
        <p:nvSpPr>
          <p:cNvPr id="7" name="Right Triangle 6"/>
          <p:cNvSpPr/>
          <p:nvPr userDrawn="1"/>
        </p:nvSpPr>
        <p:spPr>
          <a:xfrm flipH="1" flipV="1">
            <a:off x="11603698" y="-1"/>
            <a:ext cx="585127" cy="1575171"/>
          </a:xfrm>
          <a:prstGeom prst="rtTriangle">
            <a:avLst/>
          </a:prstGeom>
          <a:solidFill>
            <a:srgbClr val="0432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/>
          <p:cNvGrpSpPr/>
          <p:nvPr userDrawn="1"/>
        </p:nvGrpSpPr>
        <p:grpSpPr>
          <a:xfrm>
            <a:off x="-2141" y="2692400"/>
            <a:ext cx="2681841" cy="4165600"/>
            <a:chOff x="-2141" y="2692400"/>
            <a:chExt cx="2681841" cy="4165600"/>
          </a:xfrm>
        </p:grpSpPr>
        <p:sp>
          <p:nvSpPr>
            <p:cNvPr id="11" name="Right Triangle 10"/>
            <p:cNvSpPr/>
            <p:nvPr userDrawn="1"/>
          </p:nvSpPr>
          <p:spPr>
            <a:xfrm>
              <a:off x="-2141" y="2692400"/>
              <a:ext cx="1019671" cy="4165600"/>
            </a:xfrm>
            <a:prstGeom prst="rtTriangle">
              <a:avLst/>
            </a:prstGeom>
            <a:solidFill>
              <a:srgbClr val="FF7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ight Triangle 11"/>
            <p:cNvSpPr/>
            <p:nvPr userDrawn="1"/>
          </p:nvSpPr>
          <p:spPr>
            <a:xfrm rot="16200000" flipV="1">
              <a:off x="1163093" y="5341393"/>
              <a:ext cx="357506" cy="2675708"/>
            </a:xfrm>
            <a:prstGeom prst="rtTriangle">
              <a:avLst/>
            </a:prstGeom>
            <a:solidFill>
              <a:srgbClr val="FF4D00">
                <a:alpha val="87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TextBox 13"/>
          <p:cNvSpPr txBox="1"/>
          <p:nvPr userDrawn="1"/>
        </p:nvSpPr>
        <p:spPr>
          <a:xfrm>
            <a:off x="1017530" y="6359524"/>
            <a:ext cx="3117657" cy="17907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>
              <a:defRPr sz="1050">
                <a:solidFill>
                  <a:schemeClr val="tx2">
                    <a:lumMod val="50000"/>
                    <a:lumOff val="50000"/>
                  </a:schemeClr>
                </a:solidFill>
                <a:ea typeface="Arial" charset="0"/>
                <a:cs typeface="Arial" charset="0"/>
              </a:defRPr>
            </a:lvl1pPr>
          </a:lstStyle>
          <a:p>
            <a:pPr lvl="0"/>
            <a:r>
              <a:rPr lang="en-US" sz="1100" b="0" i="0">
                <a:solidFill>
                  <a:schemeClr val="tx1"/>
                </a:solidFill>
                <a:latin typeface="Roboto" charset="0"/>
                <a:ea typeface="Roboto" charset="0"/>
                <a:cs typeface="Roboto" charset="0"/>
              </a:rPr>
              <a:t>© Informatica. Proprietary and Confidential.</a:t>
            </a:r>
          </a:p>
        </p:txBody>
      </p:sp>
    </p:spTree>
    <p:extLst>
      <p:ext uri="{BB962C8B-B14F-4D97-AF65-F5344CB8AC3E}">
        <p14:creationId xmlns:p14="http://schemas.microsoft.com/office/powerpoint/2010/main" val="269756304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/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04420" y="6006041"/>
            <a:ext cx="2464597" cy="851959"/>
          </a:xfrm>
          <a:prstGeom prst="rect">
            <a:avLst/>
          </a:prstGeom>
        </p:spPr>
      </p:pic>
      <p:sp>
        <p:nvSpPr>
          <p:cNvPr id="9" name="Right Triangle 8"/>
          <p:cNvSpPr/>
          <p:nvPr userDrawn="1"/>
        </p:nvSpPr>
        <p:spPr>
          <a:xfrm flipH="1" flipV="1">
            <a:off x="11603698" y="-1"/>
            <a:ext cx="585127" cy="1575171"/>
          </a:xfrm>
          <a:prstGeom prst="rtTriangle">
            <a:avLst/>
          </a:prstGeom>
          <a:solidFill>
            <a:srgbClr val="0432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/>
              <a:t>Headline goes here, </a:t>
            </a:r>
            <a:r>
              <a:rPr lang="en-US" err="1"/>
              <a:t>Roboto</a:t>
            </a:r>
            <a:r>
              <a:rPr lang="en-US"/>
              <a:t> Light, 36 points, can span two lines</a:t>
            </a:r>
          </a:p>
        </p:txBody>
      </p:sp>
      <p:grpSp>
        <p:nvGrpSpPr>
          <p:cNvPr id="12" name="Group 11"/>
          <p:cNvGrpSpPr/>
          <p:nvPr userDrawn="1"/>
        </p:nvGrpSpPr>
        <p:grpSpPr>
          <a:xfrm>
            <a:off x="-2141" y="2692400"/>
            <a:ext cx="2681841" cy="4165600"/>
            <a:chOff x="-2141" y="2692400"/>
            <a:chExt cx="2681841" cy="4165600"/>
          </a:xfrm>
        </p:grpSpPr>
        <p:sp>
          <p:nvSpPr>
            <p:cNvPr id="13" name="Right Triangle 12"/>
            <p:cNvSpPr/>
            <p:nvPr userDrawn="1"/>
          </p:nvSpPr>
          <p:spPr>
            <a:xfrm>
              <a:off x="-2141" y="2692400"/>
              <a:ext cx="1019671" cy="4165600"/>
            </a:xfrm>
            <a:prstGeom prst="rtTriangle">
              <a:avLst/>
            </a:prstGeom>
            <a:solidFill>
              <a:srgbClr val="FF7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ight Triangle 13"/>
            <p:cNvSpPr/>
            <p:nvPr userDrawn="1"/>
          </p:nvSpPr>
          <p:spPr>
            <a:xfrm rot="16200000" flipV="1">
              <a:off x="1163093" y="5341393"/>
              <a:ext cx="357506" cy="2675708"/>
            </a:xfrm>
            <a:prstGeom prst="rtTriangle">
              <a:avLst/>
            </a:prstGeom>
            <a:solidFill>
              <a:srgbClr val="FF4D00">
                <a:alpha val="87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" name="TextBox 14"/>
          <p:cNvSpPr txBox="1"/>
          <p:nvPr userDrawn="1"/>
        </p:nvSpPr>
        <p:spPr>
          <a:xfrm>
            <a:off x="502034" y="6359524"/>
            <a:ext cx="413896" cy="208701"/>
          </a:xfrm>
          <a:prstGeom prst="rect">
            <a:avLst/>
          </a:prstGeom>
        </p:spPr>
        <p:txBody>
          <a:bodyPr lIns="0" tIns="0" rIns="0" bIns="91440"/>
          <a:lstStyle>
            <a:defPPr>
              <a:defRPr lang="en-US"/>
            </a:defPPr>
            <a:lvl1pPr>
              <a:defRPr sz="1100">
                <a:solidFill>
                  <a:schemeClr val="tx2">
                    <a:lumMod val="50000"/>
                    <a:lumOff val="50000"/>
                  </a:schemeClr>
                </a:solidFill>
              </a:defRPr>
            </a:lvl1pPr>
          </a:lstStyle>
          <a:p>
            <a:pPr marL="0" lvl="0" algn="l" defTabSz="457200" rtl="0" eaLnBrk="1" latinLnBrk="0" hangingPunct="1"/>
            <a:fld id="{64202F7F-356F-46E2-8791-88745C87F5D9}" type="slidenum">
              <a:rPr lang="en-US" sz="1100" b="0" i="0" kern="1200" smtClean="0">
                <a:solidFill>
                  <a:schemeClr val="bg1"/>
                </a:solidFill>
                <a:latin typeface="Roboto" charset="0"/>
                <a:ea typeface="Roboto" charset="0"/>
                <a:cs typeface="Roboto" charset="0"/>
              </a:rPr>
              <a:pPr marL="0" lvl="0" algn="l" defTabSz="457200" rtl="0" eaLnBrk="1" latinLnBrk="0" hangingPunct="1"/>
              <a:t>‹#›</a:t>
            </a:fld>
            <a:endParaRPr lang="en-US" sz="1100" b="0" i="0" kern="1200">
              <a:solidFill>
                <a:schemeClr val="bg1"/>
              </a:solidFill>
              <a:latin typeface="Roboto" charset="0"/>
              <a:ea typeface="Roboto" charset="0"/>
              <a:cs typeface="Roboto" charset="0"/>
            </a:endParaRPr>
          </a:p>
        </p:txBody>
      </p:sp>
      <p:sp>
        <p:nvSpPr>
          <p:cNvPr id="16" name="TextBox 15"/>
          <p:cNvSpPr txBox="1"/>
          <p:nvPr userDrawn="1"/>
        </p:nvSpPr>
        <p:spPr>
          <a:xfrm>
            <a:off x="1017530" y="6359524"/>
            <a:ext cx="3117657" cy="17907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>
              <a:defRPr sz="1050">
                <a:solidFill>
                  <a:schemeClr val="tx2">
                    <a:lumMod val="50000"/>
                    <a:lumOff val="50000"/>
                  </a:schemeClr>
                </a:solidFill>
                <a:ea typeface="Arial" charset="0"/>
                <a:cs typeface="Arial" charset="0"/>
              </a:defRPr>
            </a:lvl1pPr>
          </a:lstStyle>
          <a:p>
            <a:pPr lvl="0"/>
            <a:r>
              <a:rPr lang="en-US" sz="1100" b="0" i="0">
                <a:solidFill>
                  <a:schemeClr val="tx1"/>
                </a:solidFill>
                <a:latin typeface="Roboto" charset="0"/>
                <a:ea typeface="Roboto" charset="0"/>
                <a:cs typeface="Roboto" charset="0"/>
              </a:rPr>
              <a:t>© Informatica. Proprietary and Confidential.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11" hasCustomPrompt="1"/>
          </p:nvPr>
        </p:nvSpPr>
        <p:spPr>
          <a:xfrm>
            <a:off x="1017588" y="1854200"/>
            <a:ext cx="10660062" cy="4165600"/>
          </a:xfrm>
        </p:spPr>
        <p:txBody>
          <a:bodyPr/>
          <a:lstStyle/>
          <a:p>
            <a:pPr lvl="0"/>
            <a:r>
              <a:rPr lang="en-US"/>
              <a:t>First bullet, </a:t>
            </a:r>
            <a:r>
              <a:rPr lang="en-US" err="1"/>
              <a:t>Roboto</a:t>
            </a:r>
            <a:r>
              <a:rPr lang="en-US"/>
              <a:t> Regular 21point</a:t>
            </a:r>
          </a:p>
          <a:p>
            <a:pPr lvl="1"/>
            <a:r>
              <a:rPr lang="en-US"/>
              <a:t>Second bullet, </a:t>
            </a:r>
            <a:r>
              <a:rPr lang="en-US" err="1"/>
              <a:t>Roboto</a:t>
            </a:r>
            <a:r>
              <a:rPr lang="en-US"/>
              <a:t> Regular 18 point</a:t>
            </a:r>
          </a:p>
          <a:p>
            <a:pPr lvl="2"/>
            <a:r>
              <a:rPr lang="en-US"/>
              <a:t>Third bullet, </a:t>
            </a:r>
            <a:r>
              <a:rPr lang="en-US" err="1"/>
              <a:t>Roboto</a:t>
            </a:r>
            <a:r>
              <a:rPr lang="en-US"/>
              <a:t> Regular 16 point</a:t>
            </a:r>
          </a:p>
        </p:txBody>
      </p:sp>
    </p:spTree>
    <p:extLst>
      <p:ext uri="{BB962C8B-B14F-4D97-AF65-F5344CB8AC3E}">
        <p14:creationId xmlns:p14="http://schemas.microsoft.com/office/powerpoint/2010/main" val="73505314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/Subtitle/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04420" y="6006041"/>
            <a:ext cx="2464597" cy="851959"/>
          </a:xfrm>
          <a:prstGeom prst="rect">
            <a:avLst/>
          </a:prstGeom>
        </p:spPr>
      </p:pic>
      <p:sp>
        <p:nvSpPr>
          <p:cNvPr id="9" name="Right Triangle 8"/>
          <p:cNvSpPr/>
          <p:nvPr userDrawn="1"/>
        </p:nvSpPr>
        <p:spPr>
          <a:xfrm flipH="1" flipV="1">
            <a:off x="11603698" y="-1"/>
            <a:ext cx="585127" cy="1575171"/>
          </a:xfrm>
          <a:prstGeom prst="rtTriangle">
            <a:avLst/>
          </a:prstGeom>
          <a:solidFill>
            <a:srgbClr val="0432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82474" y="482602"/>
            <a:ext cx="11195177" cy="665379"/>
          </a:xfrm>
        </p:spPr>
        <p:txBody>
          <a:bodyPr/>
          <a:lstStyle/>
          <a:p>
            <a:r>
              <a:rPr lang="en-US"/>
              <a:t>Headline goes here, </a:t>
            </a:r>
            <a:r>
              <a:rPr lang="en-US" err="1"/>
              <a:t>Roboto</a:t>
            </a:r>
            <a:r>
              <a:rPr lang="en-US"/>
              <a:t> Light 36 point, 1 Line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13" hasCustomPrompt="1"/>
          </p:nvPr>
        </p:nvSpPr>
        <p:spPr>
          <a:xfrm>
            <a:off x="498308" y="1147981"/>
            <a:ext cx="11183937" cy="331601"/>
          </a:xfrm>
        </p:spPr>
        <p:txBody>
          <a:bodyPr anchor="t"/>
          <a:lstStyle>
            <a:lvl1pPr marL="0" indent="0">
              <a:buNone/>
              <a:defRPr sz="2400" i="0" baseline="0">
                <a:solidFill>
                  <a:schemeClr val="bg1">
                    <a:lumMod val="50000"/>
                  </a:schemeClr>
                </a:solidFill>
              </a:defRPr>
            </a:lvl1pPr>
            <a:lvl2pPr marL="169863" indent="0">
              <a:buNone/>
              <a:defRPr/>
            </a:lvl2pPr>
            <a:lvl3pPr marL="344487" indent="0">
              <a:buNone/>
              <a:defRPr/>
            </a:lvl3pPr>
            <a:lvl4pPr marL="458788" indent="0">
              <a:buNone/>
              <a:defRPr/>
            </a:lvl4pPr>
            <a:lvl5pPr marL="630237" indent="0">
              <a:buNone/>
              <a:defRPr/>
            </a:lvl5pPr>
          </a:lstStyle>
          <a:p>
            <a:pPr lvl="0"/>
            <a:r>
              <a:rPr lang="en-US"/>
              <a:t>Subtitle goes here, </a:t>
            </a:r>
            <a:r>
              <a:rPr lang="en-US" err="1"/>
              <a:t>Roboto</a:t>
            </a:r>
            <a:r>
              <a:rPr lang="en-US"/>
              <a:t> Regular 24 point, no longer than one line</a:t>
            </a:r>
          </a:p>
        </p:txBody>
      </p:sp>
      <p:grpSp>
        <p:nvGrpSpPr>
          <p:cNvPr id="12" name="Group 11"/>
          <p:cNvGrpSpPr/>
          <p:nvPr userDrawn="1"/>
        </p:nvGrpSpPr>
        <p:grpSpPr>
          <a:xfrm>
            <a:off x="-2141" y="2692400"/>
            <a:ext cx="2681841" cy="4165600"/>
            <a:chOff x="-2141" y="2692400"/>
            <a:chExt cx="2681841" cy="4165600"/>
          </a:xfrm>
        </p:grpSpPr>
        <p:sp>
          <p:nvSpPr>
            <p:cNvPr id="13" name="Right Triangle 12"/>
            <p:cNvSpPr/>
            <p:nvPr userDrawn="1"/>
          </p:nvSpPr>
          <p:spPr>
            <a:xfrm>
              <a:off x="-2141" y="2692400"/>
              <a:ext cx="1019671" cy="4165600"/>
            </a:xfrm>
            <a:prstGeom prst="rtTriangle">
              <a:avLst/>
            </a:prstGeom>
            <a:solidFill>
              <a:srgbClr val="FF7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ight Triangle 13"/>
            <p:cNvSpPr/>
            <p:nvPr userDrawn="1"/>
          </p:nvSpPr>
          <p:spPr>
            <a:xfrm rot="16200000" flipV="1">
              <a:off x="1163093" y="5341393"/>
              <a:ext cx="357506" cy="2675708"/>
            </a:xfrm>
            <a:prstGeom prst="rtTriangle">
              <a:avLst/>
            </a:prstGeom>
            <a:solidFill>
              <a:srgbClr val="FF4D00">
                <a:alpha val="87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6" name="TextBox 15"/>
          <p:cNvSpPr txBox="1"/>
          <p:nvPr userDrawn="1"/>
        </p:nvSpPr>
        <p:spPr>
          <a:xfrm>
            <a:off x="1017530" y="6359524"/>
            <a:ext cx="3117657" cy="17907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>
              <a:defRPr sz="1050">
                <a:solidFill>
                  <a:schemeClr val="tx2">
                    <a:lumMod val="50000"/>
                    <a:lumOff val="50000"/>
                  </a:schemeClr>
                </a:solidFill>
                <a:ea typeface="Arial" charset="0"/>
                <a:cs typeface="Arial" charset="0"/>
              </a:defRPr>
            </a:lvl1pPr>
          </a:lstStyle>
          <a:p>
            <a:pPr lvl="0"/>
            <a:r>
              <a:rPr lang="en-US" sz="1100" b="0" i="0">
                <a:solidFill>
                  <a:schemeClr val="tx1"/>
                </a:solidFill>
                <a:latin typeface="Roboto" charset="0"/>
                <a:ea typeface="Roboto" charset="0"/>
                <a:cs typeface="Roboto" charset="0"/>
              </a:rPr>
              <a:t>© Informatica. Proprietary and Confidential.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4" hasCustomPrompt="1"/>
          </p:nvPr>
        </p:nvSpPr>
        <p:spPr>
          <a:xfrm>
            <a:off x="1017588" y="1854200"/>
            <a:ext cx="10660062" cy="4165600"/>
          </a:xfrm>
        </p:spPr>
        <p:txBody>
          <a:bodyPr/>
          <a:lstStyle>
            <a:lvl1pPr>
              <a:defRPr baseline="0"/>
            </a:lvl1pPr>
            <a:lvl2pPr>
              <a:defRPr baseline="0"/>
            </a:lvl2pPr>
          </a:lstStyle>
          <a:p>
            <a:pPr lvl="0"/>
            <a:r>
              <a:rPr lang="en-US"/>
              <a:t>First bullet, </a:t>
            </a:r>
            <a:r>
              <a:rPr lang="en-US" err="1"/>
              <a:t>Roboto</a:t>
            </a:r>
            <a:r>
              <a:rPr lang="en-US"/>
              <a:t> Regular 21point</a:t>
            </a:r>
          </a:p>
          <a:p>
            <a:pPr lvl="1"/>
            <a:r>
              <a:rPr lang="en-US"/>
              <a:t>Second bullet, </a:t>
            </a:r>
            <a:r>
              <a:rPr lang="en-US" err="1"/>
              <a:t>Roboto</a:t>
            </a:r>
            <a:r>
              <a:rPr lang="en-US"/>
              <a:t> Regular 18 point</a:t>
            </a:r>
          </a:p>
          <a:p>
            <a:pPr lvl="2"/>
            <a:r>
              <a:rPr lang="en-US"/>
              <a:t>Third bullet, </a:t>
            </a:r>
            <a:r>
              <a:rPr lang="en-US" err="1"/>
              <a:t>Roboto</a:t>
            </a:r>
            <a:r>
              <a:rPr lang="en-US"/>
              <a:t> Regular 16 point</a:t>
            </a:r>
          </a:p>
        </p:txBody>
      </p:sp>
      <p:sp>
        <p:nvSpPr>
          <p:cNvPr id="4" name="TextBox 3"/>
          <p:cNvSpPr txBox="1"/>
          <p:nvPr userDrawn="1"/>
        </p:nvSpPr>
        <p:spPr>
          <a:xfrm>
            <a:off x="-292100" y="6197600"/>
            <a:ext cx="914400" cy="9144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endParaRPr lang="en-US" sz="2800">
              <a:solidFill>
                <a:schemeClr val="bg1"/>
              </a:solidFill>
              <a:latin typeface="Roboto" charset="0"/>
              <a:ea typeface="Roboto" charset="0"/>
              <a:cs typeface="Roboto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342586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/Subtitle/Header/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04420" y="6006041"/>
            <a:ext cx="2464597" cy="851959"/>
          </a:xfrm>
          <a:prstGeom prst="rect">
            <a:avLst/>
          </a:prstGeom>
        </p:spPr>
      </p:pic>
      <p:sp>
        <p:nvSpPr>
          <p:cNvPr id="11" name="Right Triangle 10"/>
          <p:cNvSpPr/>
          <p:nvPr userDrawn="1"/>
        </p:nvSpPr>
        <p:spPr>
          <a:xfrm flipH="1" flipV="1">
            <a:off x="11603698" y="-1"/>
            <a:ext cx="585127" cy="1575171"/>
          </a:xfrm>
          <a:prstGeom prst="rtTriangle">
            <a:avLst/>
          </a:prstGeom>
          <a:solidFill>
            <a:srgbClr val="0432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82474" y="482602"/>
            <a:ext cx="11195177" cy="664851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/>
              <a:t>Headline goes here, </a:t>
            </a:r>
            <a:r>
              <a:rPr lang="en-US" err="1"/>
              <a:t>Roboto</a:t>
            </a:r>
            <a:r>
              <a:rPr lang="en-US"/>
              <a:t> Light 36 point, 1 Line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13" hasCustomPrompt="1"/>
          </p:nvPr>
        </p:nvSpPr>
        <p:spPr>
          <a:xfrm>
            <a:off x="498308" y="1147981"/>
            <a:ext cx="11183937" cy="331601"/>
          </a:xfrm>
        </p:spPr>
        <p:txBody>
          <a:bodyPr anchor="t"/>
          <a:lstStyle>
            <a:lvl1pPr marL="0" indent="0">
              <a:buNone/>
              <a:defRPr sz="2400" i="0">
                <a:solidFill>
                  <a:schemeClr val="bg1">
                    <a:lumMod val="50000"/>
                  </a:schemeClr>
                </a:solidFill>
              </a:defRPr>
            </a:lvl1pPr>
            <a:lvl2pPr marL="169863" indent="0">
              <a:buNone/>
              <a:defRPr/>
            </a:lvl2pPr>
            <a:lvl3pPr marL="344487" indent="0">
              <a:buNone/>
              <a:defRPr/>
            </a:lvl3pPr>
            <a:lvl4pPr marL="458788" indent="0">
              <a:buNone/>
              <a:defRPr/>
            </a:lvl4pPr>
            <a:lvl5pPr marL="630237" indent="0">
              <a:buNone/>
              <a:defRPr/>
            </a:lvl5pPr>
          </a:lstStyle>
          <a:p>
            <a:pPr lvl="0"/>
            <a:r>
              <a:rPr lang="en-US"/>
              <a:t>Subtitle goes here, </a:t>
            </a:r>
            <a:r>
              <a:rPr lang="en-US" err="1"/>
              <a:t>Roboto</a:t>
            </a:r>
            <a:r>
              <a:rPr lang="en-US"/>
              <a:t> Regular 24 point, no longer than one line</a:t>
            </a:r>
          </a:p>
        </p:txBody>
      </p:sp>
      <p:sp>
        <p:nvSpPr>
          <p:cNvPr id="5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1017530" y="1854199"/>
            <a:ext cx="10660118" cy="436563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2000" b="1" baseline="0">
                <a:solidFill>
                  <a:schemeClr val="accent2"/>
                </a:solidFill>
              </a:defRPr>
            </a:lvl1pPr>
            <a:lvl2pPr marL="457109" indent="0">
              <a:buNone/>
              <a:defRPr sz="2000" b="1"/>
            </a:lvl2pPr>
            <a:lvl3pPr marL="914217" indent="0">
              <a:buNone/>
              <a:defRPr sz="1800" b="1"/>
            </a:lvl3pPr>
            <a:lvl4pPr marL="1371326" indent="0">
              <a:buNone/>
              <a:defRPr sz="1600" b="1"/>
            </a:lvl4pPr>
            <a:lvl5pPr marL="1828434" indent="0">
              <a:buNone/>
              <a:defRPr sz="1600" b="1"/>
            </a:lvl5pPr>
            <a:lvl6pPr marL="2285542" indent="0">
              <a:buNone/>
              <a:defRPr sz="1600" b="1"/>
            </a:lvl6pPr>
            <a:lvl7pPr marL="2742651" indent="0">
              <a:buNone/>
              <a:defRPr sz="1600" b="1"/>
            </a:lvl7pPr>
            <a:lvl8pPr marL="3199760" indent="0">
              <a:buNone/>
              <a:defRPr sz="1600" b="1"/>
            </a:lvl8pPr>
            <a:lvl9pPr marL="3656869" indent="0">
              <a:buNone/>
              <a:defRPr sz="1600" b="1"/>
            </a:lvl9pPr>
          </a:lstStyle>
          <a:p>
            <a:pPr lvl="0"/>
            <a:r>
              <a:rPr lang="en-US"/>
              <a:t>Headline goes here, </a:t>
            </a:r>
            <a:r>
              <a:rPr lang="en-US" err="1"/>
              <a:t>Roboto</a:t>
            </a:r>
            <a:r>
              <a:rPr lang="en-US"/>
              <a:t> 20 point, no longer than one line</a:t>
            </a:r>
          </a:p>
        </p:txBody>
      </p:sp>
      <p:grpSp>
        <p:nvGrpSpPr>
          <p:cNvPr id="14" name="Group 13"/>
          <p:cNvGrpSpPr/>
          <p:nvPr userDrawn="1"/>
        </p:nvGrpSpPr>
        <p:grpSpPr>
          <a:xfrm>
            <a:off x="-2141" y="2692400"/>
            <a:ext cx="2681841" cy="4165600"/>
            <a:chOff x="-2141" y="2692400"/>
            <a:chExt cx="2681841" cy="4165600"/>
          </a:xfrm>
        </p:grpSpPr>
        <p:sp>
          <p:nvSpPr>
            <p:cNvPr id="15" name="Right Triangle 14"/>
            <p:cNvSpPr/>
            <p:nvPr userDrawn="1"/>
          </p:nvSpPr>
          <p:spPr>
            <a:xfrm>
              <a:off x="-2141" y="2692400"/>
              <a:ext cx="1019671" cy="4165600"/>
            </a:xfrm>
            <a:prstGeom prst="rtTriangle">
              <a:avLst/>
            </a:prstGeom>
            <a:solidFill>
              <a:srgbClr val="FF7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ight Triangle 15"/>
            <p:cNvSpPr/>
            <p:nvPr userDrawn="1"/>
          </p:nvSpPr>
          <p:spPr>
            <a:xfrm rot="16200000" flipV="1">
              <a:off x="1163093" y="5341393"/>
              <a:ext cx="357506" cy="2675708"/>
            </a:xfrm>
            <a:prstGeom prst="rtTriangle">
              <a:avLst/>
            </a:prstGeom>
            <a:solidFill>
              <a:srgbClr val="FF4D00">
                <a:alpha val="87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8" name="TextBox 17"/>
          <p:cNvSpPr txBox="1"/>
          <p:nvPr userDrawn="1"/>
        </p:nvSpPr>
        <p:spPr>
          <a:xfrm>
            <a:off x="1017530" y="6359524"/>
            <a:ext cx="3117657" cy="17907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>
              <a:defRPr sz="1050">
                <a:solidFill>
                  <a:schemeClr val="tx2">
                    <a:lumMod val="50000"/>
                    <a:lumOff val="50000"/>
                  </a:schemeClr>
                </a:solidFill>
                <a:ea typeface="Arial" charset="0"/>
                <a:cs typeface="Arial" charset="0"/>
              </a:defRPr>
            </a:lvl1pPr>
          </a:lstStyle>
          <a:p>
            <a:pPr lvl="0"/>
            <a:r>
              <a:rPr lang="en-US" sz="1100" b="0" i="0">
                <a:solidFill>
                  <a:schemeClr val="tx1"/>
                </a:solidFill>
                <a:latin typeface="Roboto" charset="0"/>
                <a:ea typeface="Roboto" charset="0"/>
                <a:cs typeface="Roboto" charset="0"/>
              </a:rPr>
              <a:t>© Informatica. Proprietary and Confidential.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14" hasCustomPrompt="1"/>
          </p:nvPr>
        </p:nvSpPr>
        <p:spPr>
          <a:xfrm>
            <a:off x="1017588" y="2290762"/>
            <a:ext cx="10660062" cy="3714751"/>
          </a:xfrm>
        </p:spPr>
        <p:txBody>
          <a:bodyPr/>
          <a:lstStyle/>
          <a:p>
            <a:pPr lvl="0"/>
            <a:r>
              <a:rPr lang="en-US"/>
              <a:t>First bullet, </a:t>
            </a:r>
            <a:r>
              <a:rPr lang="en-US" err="1"/>
              <a:t>Roboto</a:t>
            </a:r>
            <a:r>
              <a:rPr lang="en-US"/>
              <a:t> Regular 21point</a:t>
            </a:r>
          </a:p>
          <a:p>
            <a:pPr lvl="1"/>
            <a:r>
              <a:rPr lang="en-US"/>
              <a:t>Second bullet, </a:t>
            </a:r>
            <a:r>
              <a:rPr lang="en-US" err="1"/>
              <a:t>Roboto</a:t>
            </a:r>
            <a:r>
              <a:rPr lang="en-US"/>
              <a:t> Regular 18 point</a:t>
            </a:r>
          </a:p>
          <a:p>
            <a:pPr lvl="2"/>
            <a:r>
              <a:rPr lang="en-US"/>
              <a:t>Third bullet, </a:t>
            </a:r>
            <a:r>
              <a:rPr lang="en-US" err="1"/>
              <a:t>Roboto</a:t>
            </a:r>
            <a:r>
              <a:rPr lang="en-US"/>
              <a:t> Regular 16 point</a:t>
            </a:r>
          </a:p>
        </p:txBody>
      </p:sp>
    </p:spTree>
    <p:extLst>
      <p:ext uri="{BB962C8B-B14F-4D97-AF65-F5344CB8AC3E}">
        <p14:creationId xmlns:p14="http://schemas.microsoft.com/office/powerpoint/2010/main" val="140866290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04420" y="6006041"/>
            <a:ext cx="2464597" cy="851959"/>
          </a:xfrm>
          <a:prstGeom prst="rect">
            <a:avLst/>
          </a:prstGeom>
        </p:spPr>
      </p:pic>
      <p:sp>
        <p:nvSpPr>
          <p:cNvPr id="9" name="Right Triangle 8"/>
          <p:cNvSpPr/>
          <p:nvPr userDrawn="1"/>
        </p:nvSpPr>
        <p:spPr>
          <a:xfrm flipH="1" flipV="1">
            <a:off x="11603698" y="-1"/>
            <a:ext cx="585127" cy="1575171"/>
          </a:xfrm>
          <a:prstGeom prst="rtTriangle">
            <a:avLst/>
          </a:prstGeom>
          <a:solidFill>
            <a:srgbClr val="0432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82474" y="482602"/>
            <a:ext cx="11195177" cy="1066798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/>
              <a:t>Headline goes here, </a:t>
            </a:r>
            <a:r>
              <a:rPr lang="en-US" err="1"/>
              <a:t>Roboto</a:t>
            </a:r>
            <a:r>
              <a:rPr lang="en-US"/>
              <a:t> Light, 36 points, can span two lines</a:t>
            </a:r>
          </a:p>
        </p:txBody>
      </p:sp>
      <p:grpSp>
        <p:nvGrpSpPr>
          <p:cNvPr id="12" name="Group 11"/>
          <p:cNvGrpSpPr/>
          <p:nvPr userDrawn="1"/>
        </p:nvGrpSpPr>
        <p:grpSpPr>
          <a:xfrm>
            <a:off x="-2141" y="2692400"/>
            <a:ext cx="2681841" cy="4165600"/>
            <a:chOff x="-2141" y="2692400"/>
            <a:chExt cx="2681841" cy="4165600"/>
          </a:xfrm>
        </p:grpSpPr>
        <p:sp>
          <p:nvSpPr>
            <p:cNvPr id="13" name="Right Triangle 12"/>
            <p:cNvSpPr/>
            <p:nvPr userDrawn="1"/>
          </p:nvSpPr>
          <p:spPr>
            <a:xfrm>
              <a:off x="-2141" y="2692400"/>
              <a:ext cx="1019671" cy="4165600"/>
            </a:xfrm>
            <a:prstGeom prst="rtTriangle">
              <a:avLst/>
            </a:prstGeom>
            <a:solidFill>
              <a:srgbClr val="FF7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ight Triangle 13"/>
            <p:cNvSpPr/>
            <p:nvPr userDrawn="1"/>
          </p:nvSpPr>
          <p:spPr>
            <a:xfrm rot="16200000" flipV="1">
              <a:off x="1163093" y="5341393"/>
              <a:ext cx="357506" cy="2675708"/>
            </a:xfrm>
            <a:prstGeom prst="rtTriangle">
              <a:avLst/>
            </a:prstGeom>
            <a:solidFill>
              <a:srgbClr val="FF4D00">
                <a:alpha val="87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6" name="TextBox 15"/>
          <p:cNvSpPr txBox="1"/>
          <p:nvPr userDrawn="1"/>
        </p:nvSpPr>
        <p:spPr>
          <a:xfrm>
            <a:off x="1017530" y="6359524"/>
            <a:ext cx="3117657" cy="17907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>
              <a:defRPr sz="1050">
                <a:solidFill>
                  <a:schemeClr val="tx2">
                    <a:lumMod val="50000"/>
                    <a:lumOff val="50000"/>
                  </a:schemeClr>
                </a:solidFill>
                <a:ea typeface="Arial" charset="0"/>
                <a:cs typeface="Arial" charset="0"/>
              </a:defRPr>
            </a:lvl1pPr>
          </a:lstStyle>
          <a:p>
            <a:pPr lvl="0"/>
            <a:r>
              <a:rPr lang="en-US" sz="1100" b="0" i="0">
                <a:solidFill>
                  <a:schemeClr val="tx1"/>
                </a:solidFill>
                <a:latin typeface="Roboto" charset="0"/>
                <a:ea typeface="Roboto" charset="0"/>
                <a:cs typeface="Roboto" charset="0"/>
              </a:rPr>
              <a:t>© Informatica. Proprietary and Confidential.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11" hasCustomPrompt="1"/>
          </p:nvPr>
        </p:nvSpPr>
        <p:spPr>
          <a:xfrm>
            <a:off x="1017588" y="1854200"/>
            <a:ext cx="5120640" cy="4165600"/>
          </a:xfrm>
        </p:spPr>
        <p:txBody>
          <a:bodyPr/>
          <a:lstStyle/>
          <a:p>
            <a:pPr lvl="0"/>
            <a:r>
              <a:rPr lang="en-US"/>
              <a:t>First bullet, </a:t>
            </a:r>
            <a:r>
              <a:rPr lang="en-US" err="1"/>
              <a:t>Roboto</a:t>
            </a:r>
            <a:r>
              <a:rPr lang="en-US"/>
              <a:t> Regular 21point</a:t>
            </a:r>
          </a:p>
          <a:p>
            <a:pPr lvl="1"/>
            <a:r>
              <a:rPr lang="en-US"/>
              <a:t>Second bullet, </a:t>
            </a:r>
            <a:r>
              <a:rPr lang="en-US" err="1"/>
              <a:t>Roboto</a:t>
            </a:r>
            <a:r>
              <a:rPr lang="en-US"/>
              <a:t> Regular 18 point</a:t>
            </a:r>
          </a:p>
          <a:p>
            <a:pPr lvl="2"/>
            <a:r>
              <a:rPr lang="en-US"/>
              <a:t>Third bullet, </a:t>
            </a:r>
            <a:r>
              <a:rPr lang="en-US" err="1"/>
              <a:t>Roboto</a:t>
            </a:r>
            <a:r>
              <a:rPr lang="en-US"/>
              <a:t> Regular 16 point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quarter" idx="12" hasCustomPrompt="1"/>
          </p:nvPr>
        </p:nvSpPr>
        <p:spPr>
          <a:xfrm>
            <a:off x="6557011" y="1854200"/>
            <a:ext cx="5120640" cy="4165600"/>
          </a:xfrm>
        </p:spPr>
        <p:txBody>
          <a:bodyPr/>
          <a:lstStyle/>
          <a:p>
            <a:pPr lvl="0"/>
            <a:r>
              <a:rPr lang="en-US"/>
              <a:t>First bullet, </a:t>
            </a:r>
            <a:r>
              <a:rPr lang="en-US" err="1"/>
              <a:t>Roboto</a:t>
            </a:r>
            <a:r>
              <a:rPr lang="en-US"/>
              <a:t> Regular 21point</a:t>
            </a:r>
          </a:p>
          <a:p>
            <a:pPr lvl="1"/>
            <a:r>
              <a:rPr lang="en-US"/>
              <a:t>Second bullet, </a:t>
            </a:r>
            <a:r>
              <a:rPr lang="en-US" err="1"/>
              <a:t>Roboto</a:t>
            </a:r>
            <a:r>
              <a:rPr lang="en-US"/>
              <a:t> Regular 18 point</a:t>
            </a:r>
          </a:p>
          <a:p>
            <a:pPr lvl="2"/>
            <a:r>
              <a:rPr lang="en-US"/>
              <a:t>Third bullet, </a:t>
            </a:r>
            <a:r>
              <a:rPr lang="en-US" err="1"/>
              <a:t>Roboto</a:t>
            </a:r>
            <a:r>
              <a:rPr lang="en-US"/>
              <a:t> Regular 16 point</a:t>
            </a:r>
          </a:p>
        </p:txBody>
      </p:sp>
    </p:spTree>
    <p:extLst>
      <p:ext uri="{BB962C8B-B14F-4D97-AF65-F5344CB8AC3E}">
        <p14:creationId xmlns:p14="http://schemas.microsoft.com/office/powerpoint/2010/main" val="78949710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04420" y="6006041"/>
            <a:ext cx="2464597" cy="851959"/>
          </a:xfrm>
          <a:prstGeom prst="rect">
            <a:avLst/>
          </a:prstGeom>
        </p:spPr>
      </p:pic>
      <p:sp>
        <p:nvSpPr>
          <p:cNvPr id="9" name="Right Triangle 8"/>
          <p:cNvSpPr/>
          <p:nvPr userDrawn="1"/>
        </p:nvSpPr>
        <p:spPr>
          <a:xfrm flipH="1" flipV="1">
            <a:off x="11603698" y="-1"/>
            <a:ext cx="585127" cy="1575171"/>
          </a:xfrm>
          <a:prstGeom prst="rtTriangle">
            <a:avLst/>
          </a:prstGeom>
          <a:solidFill>
            <a:srgbClr val="0432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/>
              <a:t>Headline goes here, </a:t>
            </a:r>
            <a:r>
              <a:rPr lang="en-US" err="1"/>
              <a:t>Roboto</a:t>
            </a:r>
            <a:r>
              <a:rPr lang="en-US"/>
              <a:t> Light, 36 points, can span two lines</a:t>
            </a:r>
          </a:p>
        </p:txBody>
      </p:sp>
      <p:grpSp>
        <p:nvGrpSpPr>
          <p:cNvPr id="12" name="Group 11"/>
          <p:cNvGrpSpPr/>
          <p:nvPr userDrawn="1"/>
        </p:nvGrpSpPr>
        <p:grpSpPr>
          <a:xfrm>
            <a:off x="-2141" y="2692400"/>
            <a:ext cx="2681841" cy="4165600"/>
            <a:chOff x="-2141" y="2692400"/>
            <a:chExt cx="2681841" cy="4165600"/>
          </a:xfrm>
        </p:grpSpPr>
        <p:sp>
          <p:nvSpPr>
            <p:cNvPr id="13" name="Right Triangle 12"/>
            <p:cNvSpPr/>
            <p:nvPr userDrawn="1"/>
          </p:nvSpPr>
          <p:spPr>
            <a:xfrm>
              <a:off x="-2141" y="2692400"/>
              <a:ext cx="1019671" cy="4165600"/>
            </a:xfrm>
            <a:prstGeom prst="rtTriangle">
              <a:avLst/>
            </a:prstGeom>
            <a:solidFill>
              <a:srgbClr val="FF7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ight Triangle 13"/>
            <p:cNvSpPr/>
            <p:nvPr userDrawn="1"/>
          </p:nvSpPr>
          <p:spPr>
            <a:xfrm rot="16200000" flipV="1">
              <a:off x="1163093" y="5341393"/>
              <a:ext cx="357506" cy="2675708"/>
            </a:xfrm>
            <a:prstGeom prst="rtTriangle">
              <a:avLst/>
            </a:prstGeom>
            <a:solidFill>
              <a:srgbClr val="FF4D00">
                <a:alpha val="87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6" name="TextBox 15"/>
          <p:cNvSpPr txBox="1"/>
          <p:nvPr userDrawn="1"/>
        </p:nvSpPr>
        <p:spPr>
          <a:xfrm>
            <a:off x="1017530" y="6359524"/>
            <a:ext cx="3117657" cy="17907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>
              <a:defRPr sz="1050">
                <a:solidFill>
                  <a:schemeClr val="tx2">
                    <a:lumMod val="50000"/>
                    <a:lumOff val="50000"/>
                  </a:schemeClr>
                </a:solidFill>
                <a:ea typeface="Arial" charset="0"/>
                <a:cs typeface="Arial" charset="0"/>
              </a:defRPr>
            </a:lvl1pPr>
          </a:lstStyle>
          <a:p>
            <a:pPr lvl="0"/>
            <a:r>
              <a:rPr lang="en-US" sz="1100" b="0" i="0">
                <a:solidFill>
                  <a:schemeClr val="tx1"/>
                </a:solidFill>
                <a:latin typeface="Roboto" charset="0"/>
                <a:ea typeface="Roboto" charset="0"/>
                <a:cs typeface="Roboto" charset="0"/>
              </a:rPr>
              <a:t>© Informatica. Proprietary and Confidential.</a:t>
            </a:r>
          </a:p>
        </p:txBody>
      </p:sp>
    </p:spTree>
    <p:extLst>
      <p:ext uri="{BB962C8B-B14F-4D97-AF65-F5344CB8AC3E}">
        <p14:creationId xmlns:p14="http://schemas.microsoft.com/office/powerpoint/2010/main" val="141691938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er Inf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ight Triangle 5"/>
          <p:cNvSpPr/>
          <p:nvPr userDrawn="1"/>
        </p:nvSpPr>
        <p:spPr>
          <a:xfrm flipH="1" flipV="1">
            <a:off x="11603698" y="-1"/>
            <a:ext cx="585127" cy="1575171"/>
          </a:xfrm>
          <a:prstGeom prst="rtTriangle">
            <a:avLst/>
          </a:prstGeom>
          <a:solidFill>
            <a:srgbClr val="0432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04420" y="6006041"/>
            <a:ext cx="2464597" cy="851959"/>
          </a:xfrm>
          <a:prstGeom prst="rect">
            <a:avLst/>
          </a:prstGeom>
        </p:spPr>
      </p:pic>
      <p:grpSp>
        <p:nvGrpSpPr>
          <p:cNvPr id="9" name="Group 8"/>
          <p:cNvGrpSpPr/>
          <p:nvPr userDrawn="1"/>
        </p:nvGrpSpPr>
        <p:grpSpPr>
          <a:xfrm>
            <a:off x="-2141" y="2692400"/>
            <a:ext cx="2681841" cy="4165600"/>
            <a:chOff x="-2141" y="2692400"/>
            <a:chExt cx="2681841" cy="4165600"/>
          </a:xfrm>
        </p:grpSpPr>
        <p:sp>
          <p:nvSpPr>
            <p:cNvPr id="10" name="Right Triangle 9"/>
            <p:cNvSpPr/>
            <p:nvPr userDrawn="1"/>
          </p:nvSpPr>
          <p:spPr>
            <a:xfrm>
              <a:off x="-2141" y="2692400"/>
              <a:ext cx="1019671" cy="4165600"/>
            </a:xfrm>
            <a:prstGeom prst="rtTriangle">
              <a:avLst/>
            </a:prstGeom>
            <a:solidFill>
              <a:srgbClr val="FF7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ight Triangle 10"/>
            <p:cNvSpPr/>
            <p:nvPr userDrawn="1"/>
          </p:nvSpPr>
          <p:spPr>
            <a:xfrm rot="16200000" flipV="1">
              <a:off x="1163093" y="5341393"/>
              <a:ext cx="357506" cy="2675708"/>
            </a:xfrm>
            <a:prstGeom prst="rtTriangle">
              <a:avLst/>
            </a:prstGeom>
            <a:solidFill>
              <a:srgbClr val="FF4D00">
                <a:alpha val="87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3" name="TextBox 12"/>
          <p:cNvSpPr txBox="1"/>
          <p:nvPr userDrawn="1"/>
        </p:nvSpPr>
        <p:spPr>
          <a:xfrm>
            <a:off x="1017530" y="6359524"/>
            <a:ext cx="3117657" cy="17907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>
              <a:defRPr sz="1050">
                <a:solidFill>
                  <a:schemeClr val="tx2">
                    <a:lumMod val="50000"/>
                    <a:lumOff val="50000"/>
                  </a:schemeClr>
                </a:solidFill>
                <a:ea typeface="Arial" charset="0"/>
                <a:cs typeface="Arial" charset="0"/>
              </a:defRPr>
            </a:lvl1pPr>
          </a:lstStyle>
          <a:p>
            <a:pPr lvl="0"/>
            <a:r>
              <a:rPr lang="en-US" sz="1100" b="0" i="0">
                <a:solidFill>
                  <a:schemeClr val="tx1"/>
                </a:solidFill>
                <a:latin typeface="Roboto" charset="0"/>
                <a:ea typeface="Roboto" charset="0"/>
                <a:cs typeface="Roboto" charset="0"/>
              </a:rPr>
              <a:t>© Informatica. Proprietary and Confidential.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2"/>
          </p:nvPr>
        </p:nvSpPr>
        <p:spPr>
          <a:xfrm>
            <a:off x="1946527" y="1716140"/>
            <a:ext cx="2718840" cy="2973388"/>
          </a:xfrm>
          <a:prstGeom prst="rect">
            <a:avLst/>
          </a:prstGeom>
          <a:solidFill>
            <a:schemeClr val="bg2"/>
          </a:solidFill>
        </p:spPr>
        <p:txBody>
          <a:bodyPr/>
          <a:lstStyle>
            <a:lvl1pPr marL="0" indent="0">
              <a:buNone/>
              <a:defRPr>
                <a:latin typeface="Roboto" charset="0"/>
                <a:ea typeface="Roboto" charset="0"/>
                <a:cs typeface="Roboto" charset="0"/>
              </a:defRPr>
            </a:lvl1pPr>
          </a:lstStyle>
          <a:p>
            <a:r>
              <a:rPr lang="en-US"/>
              <a:t>Drag picture to placeholder or click icon to add</a:t>
            </a:r>
          </a:p>
        </p:txBody>
      </p:sp>
      <p:sp>
        <p:nvSpPr>
          <p:cNvPr id="15" name="Content Placeholder 2"/>
          <p:cNvSpPr>
            <a:spLocks noGrp="1"/>
          </p:cNvSpPr>
          <p:nvPr>
            <p:ph idx="1" hasCustomPrompt="1"/>
          </p:nvPr>
        </p:nvSpPr>
        <p:spPr>
          <a:xfrm>
            <a:off x="5197642" y="1854200"/>
            <a:ext cx="6219384" cy="1119241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 algn="l">
              <a:lnSpc>
                <a:spcPct val="90000"/>
              </a:lnSpc>
              <a:buNone/>
              <a:defRPr sz="4000" b="0" i="0" baseline="0">
                <a:solidFill>
                  <a:schemeClr val="tx1"/>
                </a:solidFill>
                <a:latin typeface="Roboto Light" charset="0"/>
                <a:ea typeface="Roboto Light" charset="0"/>
                <a:cs typeface="Roboto Light" charset="0"/>
              </a:defRPr>
            </a:lvl1pPr>
          </a:lstStyle>
          <a:p>
            <a:pPr lvl="0"/>
            <a:r>
              <a:rPr lang="en-US"/>
              <a:t>Presenter’s Name goes here, </a:t>
            </a:r>
            <a:r>
              <a:rPr lang="en-US" err="1"/>
              <a:t>Roboto</a:t>
            </a:r>
            <a:r>
              <a:rPr lang="en-US"/>
              <a:t> Light 40 point</a:t>
            </a:r>
          </a:p>
        </p:txBody>
      </p:sp>
      <p:sp>
        <p:nvSpPr>
          <p:cNvPr id="16" name="Content Placeholder 7"/>
          <p:cNvSpPr>
            <a:spLocks noGrp="1"/>
          </p:cNvSpPr>
          <p:nvPr>
            <p:ph sz="quarter" idx="13" hasCustomPrompt="1"/>
          </p:nvPr>
        </p:nvSpPr>
        <p:spPr>
          <a:xfrm>
            <a:off x="5205334" y="3110084"/>
            <a:ext cx="6224666" cy="8151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0">
                <a:solidFill>
                  <a:schemeClr val="tx1"/>
                </a:solidFill>
                <a:latin typeface="Roboto" charset="0"/>
                <a:ea typeface="Roboto" charset="0"/>
                <a:cs typeface="Roboto" charset="0"/>
              </a:defRPr>
            </a:lvl1pPr>
            <a:lvl2pPr marL="243779" indent="0">
              <a:buNone/>
              <a:defRPr>
                <a:solidFill>
                  <a:schemeClr val="bg1"/>
                </a:solidFill>
              </a:defRPr>
            </a:lvl2pPr>
            <a:lvl3pPr marL="487558" indent="0">
              <a:buNone/>
              <a:defRPr>
                <a:solidFill>
                  <a:schemeClr val="bg1"/>
                </a:solidFill>
              </a:defRPr>
            </a:lvl3pPr>
            <a:lvl4pPr marL="1828343" indent="0">
              <a:buNone/>
              <a:defRPr>
                <a:solidFill>
                  <a:schemeClr val="bg1"/>
                </a:solidFill>
              </a:defRPr>
            </a:lvl4pPr>
            <a:lvl5pPr marL="243779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Presenter’s Title goes here, </a:t>
            </a:r>
            <a:r>
              <a:rPr lang="en-US" err="1"/>
              <a:t>Roboto</a:t>
            </a:r>
            <a:r>
              <a:rPr lang="en-US"/>
              <a:t> Regular, 20 point</a:t>
            </a:r>
          </a:p>
        </p:txBody>
      </p:sp>
      <p:sp>
        <p:nvSpPr>
          <p:cNvPr id="17" name="Content Placeholder 7"/>
          <p:cNvSpPr>
            <a:spLocks noGrp="1"/>
          </p:cNvSpPr>
          <p:nvPr>
            <p:ph sz="quarter" idx="14" hasCustomPrompt="1"/>
          </p:nvPr>
        </p:nvSpPr>
        <p:spPr>
          <a:xfrm>
            <a:off x="5205334" y="3925222"/>
            <a:ext cx="6224666" cy="76430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0">
                <a:solidFill>
                  <a:schemeClr val="tx1"/>
                </a:solidFill>
                <a:latin typeface="Roboto" charset="0"/>
                <a:ea typeface="Roboto" charset="0"/>
                <a:cs typeface="Roboto" charset="0"/>
              </a:defRPr>
            </a:lvl1pPr>
            <a:lvl2pPr marL="243779" indent="0">
              <a:buNone/>
              <a:defRPr>
                <a:solidFill>
                  <a:schemeClr val="bg1"/>
                </a:solidFill>
              </a:defRPr>
            </a:lvl2pPr>
            <a:lvl3pPr marL="487558" indent="0">
              <a:buNone/>
              <a:defRPr>
                <a:solidFill>
                  <a:schemeClr val="bg1"/>
                </a:solidFill>
              </a:defRPr>
            </a:lvl3pPr>
            <a:lvl4pPr marL="1828343" indent="0">
              <a:buNone/>
              <a:defRPr>
                <a:solidFill>
                  <a:schemeClr val="bg1"/>
                </a:solidFill>
              </a:defRPr>
            </a:lvl4pPr>
            <a:lvl5pPr marL="243779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Presenter’s email/contact info goes here, </a:t>
            </a:r>
            <a:br>
              <a:rPr lang="en-US"/>
            </a:br>
            <a:r>
              <a:rPr lang="en-US" err="1"/>
              <a:t>Roboto</a:t>
            </a:r>
            <a:r>
              <a:rPr lang="en-US"/>
              <a:t> Regular, 20 point</a:t>
            </a:r>
          </a:p>
        </p:txBody>
      </p:sp>
    </p:spTree>
    <p:extLst>
      <p:ext uri="{BB962C8B-B14F-4D97-AF65-F5344CB8AC3E}">
        <p14:creationId xmlns:p14="http://schemas.microsoft.com/office/powerpoint/2010/main" val="269380753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/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/>
          <p:cNvGrpSpPr/>
          <p:nvPr userDrawn="1"/>
        </p:nvGrpSpPr>
        <p:grpSpPr>
          <a:xfrm>
            <a:off x="-2141" y="2692400"/>
            <a:ext cx="2681841" cy="4165600"/>
            <a:chOff x="-2141" y="2692400"/>
            <a:chExt cx="2681841" cy="4165600"/>
          </a:xfrm>
        </p:grpSpPr>
        <p:sp>
          <p:nvSpPr>
            <p:cNvPr id="13" name="Right Triangle 12"/>
            <p:cNvSpPr/>
            <p:nvPr userDrawn="1"/>
          </p:nvSpPr>
          <p:spPr>
            <a:xfrm>
              <a:off x="-2141" y="2692400"/>
              <a:ext cx="1019671" cy="4165600"/>
            </a:xfrm>
            <a:prstGeom prst="rtTriangle">
              <a:avLst/>
            </a:prstGeom>
            <a:solidFill>
              <a:srgbClr val="FF7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ight Triangle 13"/>
            <p:cNvSpPr/>
            <p:nvPr userDrawn="1"/>
          </p:nvSpPr>
          <p:spPr>
            <a:xfrm rot="16200000" flipV="1">
              <a:off x="1163093" y="5341393"/>
              <a:ext cx="357506" cy="2675708"/>
            </a:xfrm>
            <a:prstGeom prst="rtTriangle">
              <a:avLst/>
            </a:prstGeom>
            <a:solidFill>
              <a:srgbClr val="FF4D00">
                <a:alpha val="87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04420" y="6006041"/>
            <a:ext cx="2464597" cy="851959"/>
          </a:xfrm>
          <a:prstGeom prst="rect">
            <a:avLst/>
          </a:prstGeom>
        </p:spPr>
      </p:pic>
      <p:sp>
        <p:nvSpPr>
          <p:cNvPr id="9" name="Right Triangle 8"/>
          <p:cNvSpPr/>
          <p:nvPr userDrawn="1"/>
        </p:nvSpPr>
        <p:spPr>
          <a:xfrm flipH="1" flipV="1">
            <a:off x="11603698" y="-1"/>
            <a:ext cx="585127" cy="1575171"/>
          </a:xfrm>
          <a:prstGeom prst="rtTriangle">
            <a:avLst/>
          </a:prstGeom>
          <a:solidFill>
            <a:srgbClr val="0432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 userDrawn="1"/>
        </p:nvSpPr>
        <p:spPr>
          <a:xfrm>
            <a:off x="1017530" y="6359524"/>
            <a:ext cx="3117657" cy="17907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>
              <a:defRPr sz="1050">
                <a:solidFill>
                  <a:schemeClr val="tx2">
                    <a:lumMod val="50000"/>
                    <a:lumOff val="50000"/>
                  </a:schemeClr>
                </a:solidFill>
                <a:ea typeface="Arial" charset="0"/>
                <a:cs typeface="Arial" charset="0"/>
              </a:defRPr>
            </a:lvl1pPr>
          </a:lstStyle>
          <a:p>
            <a:pPr lvl="0"/>
            <a:r>
              <a:rPr lang="en-US" sz="1100" b="0" i="0">
                <a:solidFill>
                  <a:schemeClr val="tx1"/>
                </a:solidFill>
                <a:latin typeface="Roboto" charset="0"/>
                <a:ea typeface="Roboto" charset="0"/>
                <a:cs typeface="Roboto" charset="0"/>
              </a:rPr>
              <a:t>© Informatica. Proprietary and Confidential.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82474" y="457201"/>
            <a:ext cx="11195177" cy="1047748"/>
          </a:xfrm>
        </p:spPr>
        <p:txBody>
          <a:bodyPr/>
          <a:lstStyle/>
          <a:p>
            <a:r>
              <a:rPr lang="en-US"/>
              <a:t>Headline goes here, </a:t>
            </a:r>
            <a:r>
              <a:rPr lang="en-US" err="1"/>
              <a:t>Roboto</a:t>
            </a:r>
            <a:r>
              <a:rPr lang="en-US"/>
              <a:t> Light, 36 points, can span two lines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11" hasCustomPrompt="1"/>
          </p:nvPr>
        </p:nvSpPr>
        <p:spPr>
          <a:xfrm>
            <a:off x="1017530" y="1854200"/>
            <a:ext cx="10107670" cy="383243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2100" i="1" baseline="0"/>
            </a:lvl1pPr>
            <a:lvl2pPr marL="169863" indent="0" algn="r">
              <a:spcAft>
                <a:spcPts val="0"/>
              </a:spcAft>
              <a:buNone/>
              <a:defRPr sz="1400" b="1" i="0" baseline="0">
                <a:solidFill>
                  <a:schemeClr val="accent1"/>
                </a:solidFill>
                <a:latin typeface="Roboto" charset="0"/>
                <a:ea typeface="Roboto" charset="0"/>
                <a:cs typeface="Roboto" charset="0"/>
              </a:defRPr>
            </a:lvl2pPr>
          </a:lstStyle>
          <a:p>
            <a:pPr lvl="0"/>
            <a:r>
              <a:rPr lang="en-US"/>
              <a:t>Quote goes here, </a:t>
            </a:r>
            <a:r>
              <a:rPr lang="en-US" err="1"/>
              <a:t>Roboto</a:t>
            </a:r>
            <a:r>
              <a:rPr lang="en-US"/>
              <a:t> Italic, size can be increased depending on length of quote</a:t>
            </a:r>
          </a:p>
          <a:p>
            <a:pPr lvl="1"/>
            <a:r>
              <a:rPr lang="en-US"/>
              <a:t>Attribution goes here, </a:t>
            </a:r>
            <a:r>
              <a:rPr lang="en-US" err="1"/>
              <a:t>Roboto</a:t>
            </a:r>
            <a:r>
              <a:rPr lang="en-US"/>
              <a:t> Bold 14 point</a:t>
            </a:r>
          </a:p>
        </p:txBody>
      </p:sp>
    </p:spTree>
    <p:extLst>
      <p:ext uri="{BB962C8B-B14F-4D97-AF65-F5344CB8AC3E}">
        <p14:creationId xmlns:p14="http://schemas.microsoft.com/office/powerpoint/2010/main" val="269872138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/Subtitle/Headlines &amp; 2-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ight Triangle 8"/>
          <p:cNvSpPr/>
          <p:nvPr/>
        </p:nvSpPr>
        <p:spPr>
          <a:xfrm flipH="1" flipV="1">
            <a:off x="11603698" y="-1"/>
            <a:ext cx="585127" cy="1575171"/>
          </a:xfrm>
          <a:prstGeom prst="rtTriangle">
            <a:avLst/>
          </a:prstGeom>
          <a:solidFill>
            <a:srgbClr val="0432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82474" y="482602"/>
            <a:ext cx="11195177" cy="562427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/>
              <a:t>Headline goes here, Roboto Light, 36 points, 1 Line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D5BDB60F-DCDA-4FA8-AFD2-4EF745C7925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98308" y="1147981"/>
            <a:ext cx="11183937" cy="331601"/>
          </a:xfrm>
        </p:spPr>
        <p:txBody>
          <a:bodyPr anchor="t"/>
          <a:lstStyle>
            <a:lvl1pPr marL="0" indent="0">
              <a:buNone/>
              <a:defRPr sz="2400" i="0">
                <a:solidFill>
                  <a:schemeClr val="bg1">
                    <a:lumMod val="50000"/>
                  </a:schemeClr>
                </a:solidFill>
              </a:defRPr>
            </a:lvl1pPr>
            <a:lvl2pPr marL="169863" indent="0">
              <a:buNone/>
              <a:defRPr/>
            </a:lvl2pPr>
            <a:lvl3pPr marL="344487" indent="0">
              <a:buNone/>
              <a:defRPr/>
            </a:lvl3pPr>
            <a:lvl4pPr marL="458788" indent="0">
              <a:buNone/>
              <a:defRPr/>
            </a:lvl4pPr>
            <a:lvl5pPr marL="630237" indent="0">
              <a:buNone/>
              <a:defRPr/>
            </a:lvl5pPr>
          </a:lstStyle>
          <a:p>
            <a:pPr lvl="0"/>
            <a:r>
              <a:rPr lang="en-US"/>
              <a:t>Subtitle goes here, </a:t>
            </a:r>
            <a:r>
              <a:rPr lang="en-US" err="1"/>
              <a:t>Roboto</a:t>
            </a:r>
            <a:r>
              <a:rPr lang="en-US"/>
              <a:t> Regular 24 point, no longer than one line</a:t>
            </a:r>
          </a:p>
        </p:txBody>
      </p:sp>
      <p:sp>
        <p:nvSpPr>
          <p:cNvPr id="11" name="Content Placeholder 5">
            <a:extLst>
              <a:ext uri="{FF2B5EF4-FFF2-40B4-BE49-F238E27FC236}">
                <a16:creationId xmlns:a16="http://schemas.microsoft.com/office/drawing/2014/main" id="{956D1FDC-5FA5-4B2D-A5AA-86637FA3B976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027113" y="2290762"/>
            <a:ext cx="5068887" cy="3729038"/>
          </a:xfrm>
        </p:spPr>
        <p:txBody>
          <a:bodyPr/>
          <a:lstStyle>
            <a:lvl1pPr>
              <a:defRPr baseline="0"/>
            </a:lvl1pPr>
            <a:lvl2pPr>
              <a:defRPr baseline="0"/>
            </a:lvl2pPr>
          </a:lstStyle>
          <a:p>
            <a:pPr lvl="0"/>
            <a:r>
              <a:rPr lang="en-US"/>
              <a:t>First bullet, </a:t>
            </a:r>
            <a:r>
              <a:rPr lang="en-US" err="1"/>
              <a:t>Roboto</a:t>
            </a:r>
            <a:r>
              <a:rPr lang="en-US"/>
              <a:t> Regular 21point</a:t>
            </a:r>
          </a:p>
          <a:p>
            <a:pPr lvl="1"/>
            <a:r>
              <a:rPr lang="en-US"/>
              <a:t>Second bullet, </a:t>
            </a:r>
            <a:r>
              <a:rPr lang="en-US" err="1"/>
              <a:t>Roboto</a:t>
            </a:r>
            <a:r>
              <a:rPr lang="en-US"/>
              <a:t> Regular 18 point</a:t>
            </a:r>
          </a:p>
          <a:p>
            <a:pPr lvl="2"/>
            <a:r>
              <a:rPr lang="en-US"/>
              <a:t>Third bullet, </a:t>
            </a:r>
            <a:r>
              <a:rPr lang="en-US" err="1"/>
              <a:t>Roboto</a:t>
            </a:r>
            <a:r>
              <a:rPr lang="en-US"/>
              <a:t> Regular 16 point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055D64D1-7AD8-4D53-A0ED-118D84E22AE7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027151" y="1854199"/>
            <a:ext cx="5067262" cy="436563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2000" b="1" baseline="0">
                <a:solidFill>
                  <a:schemeClr val="accent2"/>
                </a:solidFill>
              </a:defRPr>
            </a:lvl1pPr>
            <a:lvl2pPr marL="457109" indent="0">
              <a:buNone/>
              <a:defRPr sz="2000" b="1"/>
            </a:lvl2pPr>
            <a:lvl3pPr marL="914217" indent="0">
              <a:buNone/>
              <a:defRPr sz="1800" b="1"/>
            </a:lvl3pPr>
            <a:lvl4pPr marL="1371326" indent="0">
              <a:buNone/>
              <a:defRPr sz="1600" b="1"/>
            </a:lvl4pPr>
            <a:lvl5pPr marL="1828434" indent="0">
              <a:buNone/>
              <a:defRPr sz="1600" b="1"/>
            </a:lvl5pPr>
            <a:lvl6pPr marL="2285542" indent="0">
              <a:buNone/>
              <a:defRPr sz="1600" b="1"/>
            </a:lvl6pPr>
            <a:lvl7pPr marL="2742651" indent="0">
              <a:buNone/>
              <a:defRPr sz="1600" b="1"/>
            </a:lvl7pPr>
            <a:lvl8pPr marL="3199760" indent="0">
              <a:buNone/>
              <a:defRPr sz="1600" b="1"/>
            </a:lvl8pPr>
            <a:lvl9pPr marL="3656869" indent="0">
              <a:buNone/>
              <a:defRPr sz="1600" b="1"/>
            </a:lvl9pPr>
          </a:lstStyle>
          <a:p>
            <a:pPr lvl="0"/>
            <a:r>
              <a:rPr lang="en-US"/>
              <a:t>Headline, Roboto 20 point bold</a:t>
            </a:r>
          </a:p>
        </p:txBody>
      </p:sp>
      <p:sp>
        <p:nvSpPr>
          <p:cNvPr id="13" name="Content Placeholder 5">
            <a:extLst>
              <a:ext uri="{FF2B5EF4-FFF2-40B4-BE49-F238E27FC236}">
                <a16:creationId xmlns:a16="http://schemas.microsoft.com/office/drawing/2014/main" id="{82F76E5E-F799-4651-BEAE-F9087B98CD04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11019" y="2290762"/>
            <a:ext cx="5466632" cy="3729038"/>
          </a:xfrm>
        </p:spPr>
        <p:txBody>
          <a:bodyPr/>
          <a:lstStyle>
            <a:lvl1pPr>
              <a:defRPr baseline="0"/>
            </a:lvl1pPr>
            <a:lvl2pPr>
              <a:defRPr baseline="0"/>
            </a:lvl2pPr>
          </a:lstStyle>
          <a:p>
            <a:pPr lvl="0"/>
            <a:r>
              <a:rPr lang="en-US"/>
              <a:t>First bullet, </a:t>
            </a:r>
            <a:r>
              <a:rPr lang="en-US" err="1"/>
              <a:t>Roboto</a:t>
            </a:r>
            <a:r>
              <a:rPr lang="en-US"/>
              <a:t> Regular 21point</a:t>
            </a:r>
          </a:p>
          <a:p>
            <a:pPr lvl="1"/>
            <a:r>
              <a:rPr lang="en-US"/>
              <a:t>Second bullet, </a:t>
            </a:r>
            <a:r>
              <a:rPr lang="en-US" err="1"/>
              <a:t>Roboto</a:t>
            </a:r>
            <a:r>
              <a:rPr lang="en-US"/>
              <a:t> Regular 18 point</a:t>
            </a:r>
          </a:p>
          <a:p>
            <a:pPr lvl="2"/>
            <a:r>
              <a:rPr lang="en-US"/>
              <a:t>Third bullet, </a:t>
            </a:r>
            <a:r>
              <a:rPr lang="en-US" err="1"/>
              <a:t>Roboto</a:t>
            </a:r>
            <a:r>
              <a:rPr lang="en-US"/>
              <a:t> Regular 16 point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B715CEF1-A7FF-4442-88D8-7F20DA48ADC7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6211019" y="1854199"/>
            <a:ext cx="5484094" cy="436563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2000" b="1" baseline="0">
                <a:solidFill>
                  <a:schemeClr val="accent2"/>
                </a:solidFill>
              </a:defRPr>
            </a:lvl1pPr>
            <a:lvl2pPr marL="457109" indent="0">
              <a:buNone/>
              <a:defRPr sz="2000" b="1"/>
            </a:lvl2pPr>
            <a:lvl3pPr marL="914217" indent="0">
              <a:buNone/>
              <a:defRPr sz="1800" b="1"/>
            </a:lvl3pPr>
            <a:lvl4pPr marL="1371326" indent="0">
              <a:buNone/>
              <a:defRPr sz="1600" b="1"/>
            </a:lvl4pPr>
            <a:lvl5pPr marL="1828434" indent="0">
              <a:buNone/>
              <a:defRPr sz="1600" b="1"/>
            </a:lvl5pPr>
            <a:lvl6pPr marL="2285542" indent="0">
              <a:buNone/>
              <a:defRPr sz="1600" b="1"/>
            </a:lvl6pPr>
            <a:lvl7pPr marL="2742651" indent="0">
              <a:buNone/>
              <a:defRPr sz="1600" b="1"/>
            </a:lvl7pPr>
            <a:lvl8pPr marL="3199760" indent="0">
              <a:buNone/>
              <a:defRPr sz="1600" b="1"/>
            </a:lvl8pPr>
            <a:lvl9pPr marL="3656869" indent="0">
              <a:buNone/>
              <a:defRPr sz="1600" b="1"/>
            </a:lvl9pPr>
          </a:lstStyle>
          <a:p>
            <a:pPr lvl="0"/>
            <a:r>
              <a:rPr lang="en-US"/>
              <a:t>Headline goes here, Roboto 20 point bold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EDDBF31F-B2A6-46A8-A8DF-757C9B83724C}"/>
              </a:ext>
            </a:extLst>
          </p:cNvPr>
          <p:cNvGrpSpPr/>
          <p:nvPr/>
        </p:nvGrpSpPr>
        <p:grpSpPr>
          <a:xfrm>
            <a:off x="-2141" y="2692400"/>
            <a:ext cx="2681841" cy="4165600"/>
            <a:chOff x="-2141" y="2692400"/>
            <a:chExt cx="2681841" cy="4165600"/>
          </a:xfrm>
        </p:grpSpPr>
        <p:sp>
          <p:nvSpPr>
            <p:cNvPr id="39" name="Right Triangle 38">
              <a:extLst>
                <a:ext uri="{FF2B5EF4-FFF2-40B4-BE49-F238E27FC236}">
                  <a16:creationId xmlns:a16="http://schemas.microsoft.com/office/drawing/2014/main" id="{665E3932-8847-406B-8673-1AB6E7E0C689}"/>
                </a:ext>
              </a:extLst>
            </p:cNvPr>
            <p:cNvSpPr/>
            <p:nvPr userDrawn="1"/>
          </p:nvSpPr>
          <p:spPr>
            <a:xfrm>
              <a:off x="-2141" y="2692400"/>
              <a:ext cx="1019671" cy="4165600"/>
            </a:xfrm>
            <a:prstGeom prst="rtTriangle">
              <a:avLst/>
            </a:prstGeom>
            <a:solidFill>
              <a:srgbClr val="FF7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Right Triangle 39">
              <a:extLst>
                <a:ext uri="{FF2B5EF4-FFF2-40B4-BE49-F238E27FC236}">
                  <a16:creationId xmlns:a16="http://schemas.microsoft.com/office/drawing/2014/main" id="{8BCEA0AA-827B-4741-B47D-AC893583D56C}"/>
                </a:ext>
              </a:extLst>
            </p:cNvPr>
            <p:cNvSpPr/>
            <p:nvPr userDrawn="1"/>
          </p:nvSpPr>
          <p:spPr>
            <a:xfrm rot="16200000" flipV="1">
              <a:off x="1163093" y="5341393"/>
              <a:ext cx="357506" cy="2675708"/>
            </a:xfrm>
            <a:prstGeom prst="rtTriangle">
              <a:avLst/>
            </a:prstGeom>
            <a:solidFill>
              <a:srgbClr val="FF4D00">
                <a:alpha val="87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1" name="TextBox 40">
            <a:extLst>
              <a:ext uri="{FF2B5EF4-FFF2-40B4-BE49-F238E27FC236}">
                <a16:creationId xmlns:a16="http://schemas.microsoft.com/office/drawing/2014/main" id="{15528CA7-31B3-4290-8E8B-1E3E3562E906}"/>
              </a:ext>
            </a:extLst>
          </p:cNvPr>
          <p:cNvSpPr txBox="1"/>
          <p:nvPr/>
        </p:nvSpPr>
        <p:spPr>
          <a:xfrm>
            <a:off x="502034" y="6359524"/>
            <a:ext cx="413896" cy="208701"/>
          </a:xfrm>
          <a:prstGeom prst="rect">
            <a:avLst/>
          </a:prstGeom>
        </p:spPr>
        <p:txBody>
          <a:bodyPr lIns="0" tIns="0" rIns="0" bIns="91440"/>
          <a:lstStyle>
            <a:defPPr>
              <a:defRPr lang="en-US"/>
            </a:defPPr>
            <a:lvl1pPr>
              <a:defRPr sz="1100">
                <a:solidFill>
                  <a:schemeClr val="tx2">
                    <a:lumMod val="50000"/>
                    <a:lumOff val="50000"/>
                  </a:schemeClr>
                </a:solidFill>
              </a:defRPr>
            </a:lvl1pPr>
          </a:lstStyle>
          <a:p>
            <a:pPr marL="0" lvl="0" algn="l" defTabSz="457200" rtl="0" eaLnBrk="1" latinLnBrk="0" hangingPunct="1"/>
            <a:fld id="{64202F7F-356F-46E2-8791-88745C87F5D9}" type="slidenum">
              <a:rPr lang="en-US" sz="1100" b="0" i="0" kern="1200" smtClean="0">
                <a:solidFill>
                  <a:schemeClr val="bg1"/>
                </a:solidFill>
                <a:latin typeface="Roboto" charset="0"/>
                <a:ea typeface="Roboto" charset="0"/>
                <a:cs typeface="Roboto" charset="0"/>
              </a:rPr>
              <a:pPr marL="0" lvl="0" algn="l" defTabSz="457200" rtl="0" eaLnBrk="1" latinLnBrk="0" hangingPunct="1"/>
              <a:t>‹#›</a:t>
            </a:fld>
            <a:endParaRPr lang="en-US" sz="1100" b="0" i="0" kern="1200">
              <a:solidFill>
                <a:schemeClr val="bg1"/>
              </a:solidFill>
              <a:latin typeface="Roboto" charset="0"/>
              <a:ea typeface="Roboto" charset="0"/>
              <a:cs typeface="Roboto" charset="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A83AF2C-00A5-4EEE-9565-3DF3EA952EEC}"/>
              </a:ext>
            </a:extLst>
          </p:cNvPr>
          <p:cNvSpPr txBox="1"/>
          <p:nvPr/>
        </p:nvSpPr>
        <p:spPr>
          <a:xfrm>
            <a:off x="1017530" y="6359524"/>
            <a:ext cx="3117657" cy="17907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>
              <a:defRPr sz="1050">
                <a:solidFill>
                  <a:schemeClr val="tx2">
                    <a:lumMod val="50000"/>
                    <a:lumOff val="50000"/>
                  </a:schemeClr>
                </a:solidFill>
                <a:ea typeface="Arial" charset="0"/>
                <a:cs typeface="Arial" charset="0"/>
              </a:defRPr>
            </a:lvl1pPr>
          </a:lstStyle>
          <a:p>
            <a:pPr lvl="0"/>
            <a:r>
              <a:rPr lang="en-US" sz="1100" b="0" i="0">
                <a:solidFill>
                  <a:schemeClr val="tx1"/>
                </a:solidFill>
                <a:latin typeface="Roboto" charset="0"/>
                <a:ea typeface="Roboto" charset="0"/>
                <a:cs typeface="Roboto" charset="0"/>
              </a:rPr>
              <a:t>© Informatica. Proprietary and Confidential.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BB87D99-2D97-4A3F-AB8F-AEF776CAAF3C}"/>
              </a:ext>
            </a:extLst>
          </p:cNvPr>
          <p:cNvSpPr txBox="1"/>
          <p:nvPr/>
        </p:nvSpPr>
        <p:spPr>
          <a:xfrm>
            <a:off x="502034" y="6359524"/>
            <a:ext cx="413896" cy="208701"/>
          </a:xfrm>
          <a:prstGeom prst="rect">
            <a:avLst/>
          </a:prstGeom>
        </p:spPr>
        <p:txBody>
          <a:bodyPr lIns="0" tIns="0" rIns="0" bIns="91440"/>
          <a:lstStyle>
            <a:defPPr>
              <a:defRPr lang="en-US"/>
            </a:defPPr>
            <a:lvl1pPr>
              <a:defRPr sz="1100">
                <a:solidFill>
                  <a:schemeClr val="tx2">
                    <a:lumMod val="50000"/>
                    <a:lumOff val="50000"/>
                  </a:schemeClr>
                </a:solidFill>
              </a:defRPr>
            </a:lvl1pPr>
          </a:lstStyle>
          <a:p>
            <a:pPr marL="0" lvl="0" algn="l" defTabSz="457200" rtl="0" eaLnBrk="1" latinLnBrk="0" hangingPunct="1"/>
            <a:fld id="{64202F7F-356F-46E2-8791-88745C87F5D9}" type="slidenum">
              <a:rPr lang="en-US" sz="1100" b="0" i="0" kern="1200" smtClean="0">
                <a:solidFill>
                  <a:schemeClr val="bg1"/>
                </a:solidFill>
                <a:latin typeface="Roboto" charset="0"/>
                <a:ea typeface="Roboto" charset="0"/>
                <a:cs typeface="Roboto" charset="0"/>
              </a:rPr>
              <a:pPr marL="0" lvl="0" algn="l" defTabSz="457200" rtl="0" eaLnBrk="1" latinLnBrk="0" hangingPunct="1"/>
              <a:t>‹#›</a:t>
            </a:fld>
            <a:endParaRPr lang="en-US" sz="1100" b="0" i="0" kern="1200">
              <a:solidFill>
                <a:schemeClr val="bg1"/>
              </a:solidFill>
              <a:latin typeface="Roboto" charset="0"/>
              <a:ea typeface="Roboto" charset="0"/>
              <a:cs typeface="Roboto" charset="0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0FA2D62-F8B0-D646-956F-5CEE165645ED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00616" y="6007608"/>
            <a:ext cx="2478024" cy="849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10598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  <p:hf hdr="0" ftr="0" dt="0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ig Idea slide">
    <p:bg>
      <p:bgPr>
        <a:solidFill>
          <a:schemeClr val="bg1">
            <a:alpha val="86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/>
          <p:cNvPicPr>
            <a:picLocks noChangeAspect="1"/>
          </p:cNvPicPr>
          <p:nvPr userDrawn="1"/>
        </p:nvPicPr>
        <p:blipFill>
          <a:blip r:embed="rId2">
            <a:alphaModFix amt="16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115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"/>
            <a:ext cx="12188824" cy="6856215"/>
          </a:xfrm>
          <a:prstGeom prst="rect">
            <a:avLst/>
          </a:prstGeom>
          <a:gradFill>
            <a:gsLst>
              <a:gs pos="0">
                <a:schemeClr val="accent1"/>
              </a:gs>
              <a:gs pos="16000">
                <a:schemeClr val="accent2"/>
              </a:gs>
              <a:gs pos="0">
                <a:schemeClr val="accent1"/>
              </a:gs>
            </a:gsLst>
            <a:lin ang="16200000" scaled="1"/>
          </a:gradFill>
        </p:spPr>
      </p:pic>
      <p:sp>
        <p:nvSpPr>
          <p:cNvPr id="5" name="Triangle 4"/>
          <p:cNvSpPr/>
          <p:nvPr userDrawn="1"/>
        </p:nvSpPr>
        <p:spPr>
          <a:xfrm>
            <a:off x="-745" y="5497964"/>
            <a:ext cx="776067" cy="1360237"/>
          </a:xfrm>
          <a:custGeom>
            <a:avLst/>
            <a:gdLst>
              <a:gd name="connsiteX0" fmla="*/ 0 w 1060704"/>
              <a:gd name="connsiteY0" fmla="*/ 914400 h 914400"/>
              <a:gd name="connsiteX1" fmla="*/ 530352 w 1060704"/>
              <a:gd name="connsiteY1" fmla="*/ 0 h 914400"/>
              <a:gd name="connsiteX2" fmla="*/ 1060704 w 1060704"/>
              <a:gd name="connsiteY2" fmla="*/ 914400 h 914400"/>
              <a:gd name="connsiteX3" fmla="*/ 0 w 1060704"/>
              <a:gd name="connsiteY3" fmla="*/ 914400 h 914400"/>
              <a:gd name="connsiteX0" fmla="*/ 8662 w 1069366"/>
              <a:gd name="connsiteY0" fmla="*/ 1328286 h 1328286"/>
              <a:gd name="connsiteX1" fmla="*/ 0 w 1069366"/>
              <a:gd name="connsiteY1" fmla="*/ 0 h 1328286"/>
              <a:gd name="connsiteX2" fmla="*/ 1069366 w 1069366"/>
              <a:gd name="connsiteY2" fmla="*/ 1328286 h 1328286"/>
              <a:gd name="connsiteX3" fmla="*/ 8662 w 1069366"/>
              <a:gd name="connsiteY3" fmla="*/ 1328286 h 1328286"/>
              <a:gd name="connsiteX0" fmla="*/ 8662 w 578478"/>
              <a:gd name="connsiteY0" fmla="*/ 1328286 h 1337911"/>
              <a:gd name="connsiteX1" fmla="*/ 0 w 578478"/>
              <a:gd name="connsiteY1" fmla="*/ 0 h 1337911"/>
              <a:gd name="connsiteX2" fmla="*/ 578478 w 578478"/>
              <a:gd name="connsiteY2" fmla="*/ 1337911 h 1337911"/>
              <a:gd name="connsiteX3" fmla="*/ 8662 w 578478"/>
              <a:gd name="connsiteY3" fmla="*/ 1328286 h 1337911"/>
              <a:gd name="connsiteX0" fmla="*/ 8662 w 799859"/>
              <a:gd name="connsiteY0" fmla="*/ 1328286 h 1347537"/>
              <a:gd name="connsiteX1" fmla="*/ 0 w 799859"/>
              <a:gd name="connsiteY1" fmla="*/ 0 h 1347537"/>
              <a:gd name="connsiteX2" fmla="*/ 799859 w 799859"/>
              <a:gd name="connsiteY2" fmla="*/ 1347537 h 1347537"/>
              <a:gd name="connsiteX3" fmla="*/ 8662 w 799859"/>
              <a:gd name="connsiteY3" fmla="*/ 1328286 h 1347537"/>
              <a:gd name="connsiteX0" fmla="*/ 8662 w 758584"/>
              <a:gd name="connsiteY0" fmla="*/ 1328286 h 1328286"/>
              <a:gd name="connsiteX1" fmla="*/ 0 w 758584"/>
              <a:gd name="connsiteY1" fmla="*/ 0 h 1328286"/>
              <a:gd name="connsiteX2" fmla="*/ 758584 w 758584"/>
              <a:gd name="connsiteY2" fmla="*/ 1242762 h 1328286"/>
              <a:gd name="connsiteX3" fmla="*/ 8662 w 758584"/>
              <a:gd name="connsiteY3" fmla="*/ 1328286 h 1328286"/>
              <a:gd name="connsiteX0" fmla="*/ 8662 w 783984"/>
              <a:gd name="connsiteY0" fmla="*/ 1328286 h 1328487"/>
              <a:gd name="connsiteX1" fmla="*/ 0 w 783984"/>
              <a:gd name="connsiteY1" fmla="*/ 0 h 1328487"/>
              <a:gd name="connsiteX2" fmla="*/ 783984 w 783984"/>
              <a:gd name="connsiteY2" fmla="*/ 1328487 h 1328487"/>
              <a:gd name="connsiteX3" fmla="*/ 8662 w 783984"/>
              <a:gd name="connsiteY3" fmla="*/ 1328286 h 1328487"/>
              <a:gd name="connsiteX0" fmla="*/ 5487 w 780809"/>
              <a:gd name="connsiteY0" fmla="*/ 1347336 h 1347537"/>
              <a:gd name="connsiteX1" fmla="*/ 0 w 780809"/>
              <a:gd name="connsiteY1" fmla="*/ 0 h 1347537"/>
              <a:gd name="connsiteX2" fmla="*/ 780809 w 780809"/>
              <a:gd name="connsiteY2" fmla="*/ 1347537 h 1347537"/>
              <a:gd name="connsiteX3" fmla="*/ 5487 w 780809"/>
              <a:gd name="connsiteY3" fmla="*/ 1347336 h 1347537"/>
              <a:gd name="connsiteX0" fmla="*/ 5487 w 780809"/>
              <a:gd name="connsiteY0" fmla="*/ 1353686 h 1353887"/>
              <a:gd name="connsiteX1" fmla="*/ 0 w 780809"/>
              <a:gd name="connsiteY1" fmla="*/ 0 h 1353887"/>
              <a:gd name="connsiteX2" fmla="*/ 780809 w 780809"/>
              <a:gd name="connsiteY2" fmla="*/ 1353887 h 1353887"/>
              <a:gd name="connsiteX3" fmla="*/ 5487 w 780809"/>
              <a:gd name="connsiteY3" fmla="*/ 1353686 h 1353887"/>
              <a:gd name="connsiteX0" fmla="*/ 156 w 775478"/>
              <a:gd name="connsiteY0" fmla="*/ 1360036 h 1360237"/>
              <a:gd name="connsiteX1" fmla="*/ 32769 w 775478"/>
              <a:gd name="connsiteY1" fmla="*/ 0 h 1360237"/>
              <a:gd name="connsiteX2" fmla="*/ 775478 w 775478"/>
              <a:gd name="connsiteY2" fmla="*/ 1360237 h 1360237"/>
              <a:gd name="connsiteX3" fmla="*/ 156 w 775478"/>
              <a:gd name="connsiteY3" fmla="*/ 1360036 h 1360237"/>
              <a:gd name="connsiteX0" fmla="*/ 745 w 776067"/>
              <a:gd name="connsiteY0" fmla="*/ 1360036 h 1360237"/>
              <a:gd name="connsiteX1" fmla="*/ 1608 w 776067"/>
              <a:gd name="connsiteY1" fmla="*/ 0 h 1360237"/>
              <a:gd name="connsiteX2" fmla="*/ 776067 w 776067"/>
              <a:gd name="connsiteY2" fmla="*/ 1360237 h 1360237"/>
              <a:gd name="connsiteX3" fmla="*/ 745 w 776067"/>
              <a:gd name="connsiteY3" fmla="*/ 1360036 h 13602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76067" h="1360237">
                <a:moveTo>
                  <a:pt x="745" y="1360036"/>
                </a:moveTo>
                <a:cubicBezTo>
                  <a:pt x="-2142" y="917274"/>
                  <a:pt x="4495" y="442762"/>
                  <a:pt x="1608" y="0"/>
                </a:cubicBezTo>
                <a:lnTo>
                  <a:pt x="776067" y="1360237"/>
                </a:lnTo>
                <a:lnTo>
                  <a:pt x="745" y="1360036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95000"/>
              </a:lnSpc>
            </a:pPr>
            <a:endParaRPr lang="en-US" sz="2000" err="1">
              <a:solidFill>
                <a:srgbClr val="FFFFFF"/>
              </a:solidFill>
            </a:endParaRPr>
          </a:p>
        </p:txBody>
      </p:sp>
      <p:sp>
        <p:nvSpPr>
          <p:cNvPr id="6" name="Rectangle 5"/>
          <p:cNvSpPr/>
          <p:nvPr userDrawn="1"/>
        </p:nvSpPr>
        <p:spPr>
          <a:xfrm>
            <a:off x="0" y="5151890"/>
            <a:ext cx="2197100" cy="1704975"/>
          </a:xfrm>
          <a:custGeom>
            <a:avLst/>
            <a:gdLst>
              <a:gd name="connsiteX0" fmla="*/ 0 w 914400"/>
              <a:gd name="connsiteY0" fmla="*/ 0 h 914400"/>
              <a:gd name="connsiteX1" fmla="*/ 914400 w 914400"/>
              <a:gd name="connsiteY1" fmla="*/ 0 h 914400"/>
              <a:gd name="connsiteX2" fmla="*/ 914400 w 914400"/>
              <a:gd name="connsiteY2" fmla="*/ 914400 h 914400"/>
              <a:gd name="connsiteX3" fmla="*/ 0 w 914400"/>
              <a:gd name="connsiteY3" fmla="*/ 914400 h 914400"/>
              <a:gd name="connsiteX4" fmla="*/ 0 w 914400"/>
              <a:gd name="connsiteY4" fmla="*/ 0 h 914400"/>
              <a:gd name="connsiteX0" fmla="*/ 0 w 914400"/>
              <a:gd name="connsiteY0" fmla="*/ 355600 h 1270000"/>
              <a:gd name="connsiteX1" fmla="*/ 0 w 914400"/>
              <a:gd name="connsiteY1" fmla="*/ 0 h 1270000"/>
              <a:gd name="connsiteX2" fmla="*/ 914400 w 914400"/>
              <a:gd name="connsiteY2" fmla="*/ 1270000 h 1270000"/>
              <a:gd name="connsiteX3" fmla="*/ 0 w 914400"/>
              <a:gd name="connsiteY3" fmla="*/ 1270000 h 1270000"/>
              <a:gd name="connsiteX4" fmla="*/ 0 w 914400"/>
              <a:gd name="connsiteY4" fmla="*/ 355600 h 1270000"/>
              <a:gd name="connsiteX0" fmla="*/ 0 w 914400"/>
              <a:gd name="connsiteY0" fmla="*/ 352425 h 1266825"/>
              <a:gd name="connsiteX1" fmla="*/ 3175 w 914400"/>
              <a:gd name="connsiteY1" fmla="*/ 0 h 1266825"/>
              <a:gd name="connsiteX2" fmla="*/ 914400 w 914400"/>
              <a:gd name="connsiteY2" fmla="*/ 1266825 h 1266825"/>
              <a:gd name="connsiteX3" fmla="*/ 0 w 914400"/>
              <a:gd name="connsiteY3" fmla="*/ 1266825 h 1266825"/>
              <a:gd name="connsiteX4" fmla="*/ 0 w 914400"/>
              <a:gd name="connsiteY4" fmla="*/ 352425 h 1266825"/>
              <a:gd name="connsiteX0" fmla="*/ 0 w 2197100"/>
              <a:gd name="connsiteY0" fmla="*/ 352425 h 1704975"/>
              <a:gd name="connsiteX1" fmla="*/ 3175 w 2197100"/>
              <a:gd name="connsiteY1" fmla="*/ 0 h 1704975"/>
              <a:gd name="connsiteX2" fmla="*/ 2197100 w 2197100"/>
              <a:gd name="connsiteY2" fmla="*/ 1704975 h 1704975"/>
              <a:gd name="connsiteX3" fmla="*/ 0 w 2197100"/>
              <a:gd name="connsiteY3" fmla="*/ 1266825 h 1704975"/>
              <a:gd name="connsiteX4" fmla="*/ 0 w 2197100"/>
              <a:gd name="connsiteY4" fmla="*/ 352425 h 1704975"/>
              <a:gd name="connsiteX0" fmla="*/ 0 w 2197100"/>
              <a:gd name="connsiteY0" fmla="*/ 352425 h 1704975"/>
              <a:gd name="connsiteX1" fmla="*/ 3175 w 2197100"/>
              <a:gd name="connsiteY1" fmla="*/ 0 h 1704975"/>
              <a:gd name="connsiteX2" fmla="*/ 2197100 w 2197100"/>
              <a:gd name="connsiteY2" fmla="*/ 1704975 h 1704975"/>
              <a:gd name="connsiteX3" fmla="*/ 771525 w 2197100"/>
              <a:gd name="connsiteY3" fmla="*/ 1698625 h 1704975"/>
              <a:gd name="connsiteX4" fmla="*/ 0 w 2197100"/>
              <a:gd name="connsiteY4" fmla="*/ 352425 h 1704975"/>
              <a:gd name="connsiteX0" fmla="*/ 0 w 2197100"/>
              <a:gd name="connsiteY0" fmla="*/ 352425 h 1704975"/>
              <a:gd name="connsiteX1" fmla="*/ 3175 w 2197100"/>
              <a:gd name="connsiteY1" fmla="*/ 0 h 1704975"/>
              <a:gd name="connsiteX2" fmla="*/ 2197100 w 2197100"/>
              <a:gd name="connsiteY2" fmla="*/ 1704975 h 1704975"/>
              <a:gd name="connsiteX3" fmla="*/ 771525 w 2197100"/>
              <a:gd name="connsiteY3" fmla="*/ 1701800 h 1704975"/>
              <a:gd name="connsiteX4" fmla="*/ 0 w 2197100"/>
              <a:gd name="connsiteY4" fmla="*/ 352425 h 1704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97100" h="1704975">
                <a:moveTo>
                  <a:pt x="0" y="352425"/>
                </a:moveTo>
                <a:cubicBezTo>
                  <a:pt x="1058" y="234950"/>
                  <a:pt x="2117" y="117475"/>
                  <a:pt x="3175" y="0"/>
                </a:cubicBezTo>
                <a:lnTo>
                  <a:pt x="2197100" y="1704975"/>
                </a:lnTo>
                <a:lnTo>
                  <a:pt x="771525" y="1701800"/>
                </a:lnTo>
                <a:lnTo>
                  <a:pt x="0" y="352425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sp>
        <p:nvSpPr>
          <p:cNvPr id="7" name="Rectangle 5"/>
          <p:cNvSpPr/>
          <p:nvPr userDrawn="1"/>
        </p:nvSpPr>
        <p:spPr>
          <a:xfrm>
            <a:off x="5547870" y="1173205"/>
            <a:ext cx="6650458" cy="5684796"/>
          </a:xfrm>
          <a:custGeom>
            <a:avLst/>
            <a:gdLst>
              <a:gd name="connsiteX0" fmla="*/ 0 w 914400"/>
              <a:gd name="connsiteY0" fmla="*/ 0 h 914400"/>
              <a:gd name="connsiteX1" fmla="*/ 914400 w 914400"/>
              <a:gd name="connsiteY1" fmla="*/ 0 h 914400"/>
              <a:gd name="connsiteX2" fmla="*/ 914400 w 914400"/>
              <a:gd name="connsiteY2" fmla="*/ 914400 h 914400"/>
              <a:gd name="connsiteX3" fmla="*/ 0 w 914400"/>
              <a:gd name="connsiteY3" fmla="*/ 914400 h 914400"/>
              <a:gd name="connsiteX4" fmla="*/ 0 w 914400"/>
              <a:gd name="connsiteY4" fmla="*/ 0 h 914400"/>
              <a:gd name="connsiteX0" fmla="*/ 0 w 914400"/>
              <a:gd name="connsiteY0" fmla="*/ 355600 h 1270000"/>
              <a:gd name="connsiteX1" fmla="*/ 0 w 914400"/>
              <a:gd name="connsiteY1" fmla="*/ 0 h 1270000"/>
              <a:gd name="connsiteX2" fmla="*/ 914400 w 914400"/>
              <a:gd name="connsiteY2" fmla="*/ 1270000 h 1270000"/>
              <a:gd name="connsiteX3" fmla="*/ 0 w 914400"/>
              <a:gd name="connsiteY3" fmla="*/ 1270000 h 1270000"/>
              <a:gd name="connsiteX4" fmla="*/ 0 w 914400"/>
              <a:gd name="connsiteY4" fmla="*/ 355600 h 1270000"/>
              <a:gd name="connsiteX0" fmla="*/ 0 w 914400"/>
              <a:gd name="connsiteY0" fmla="*/ 352425 h 1266825"/>
              <a:gd name="connsiteX1" fmla="*/ 3175 w 914400"/>
              <a:gd name="connsiteY1" fmla="*/ 0 h 1266825"/>
              <a:gd name="connsiteX2" fmla="*/ 914400 w 914400"/>
              <a:gd name="connsiteY2" fmla="*/ 1266825 h 1266825"/>
              <a:gd name="connsiteX3" fmla="*/ 0 w 914400"/>
              <a:gd name="connsiteY3" fmla="*/ 1266825 h 1266825"/>
              <a:gd name="connsiteX4" fmla="*/ 0 w 914400"/>
              <a:gd name="connsiteY4" fmla="*/ 352425 h 1266825"/>
              <a:gd name="connsiteX0" fmla="*/ 0 w 2197100"/>
              <a:gd name="connsiteY0" fmla="*/ 352425 h 1704975"/>
              <a:gd name="connsiteX1" fmla="*/ 3175 w 2197100"/>
              <a:gd name="connsiteY1" fmla="*/ 0 h 1704975"/>
              <a:gd name="connsiteX2" fmla="*/ 2197100 w 2197100"/>
              <a:gd name="connsiteY2" fmla="*/ 1704975 h 1704975"/>
              <a:gd name="connsiteX3" fmla="*/ 0 w 2197100"/>
              <a:gd name="connsiteY3" fmla="*/ 1266825 h 1704975"/>
              <a:gd name="connsiteX4" fmla="*/ 0 w 2197100"/>
              <a:gd name="connsiteY4" fmla="*/ 352425 h 1704975"/>
              <a:gd name="connsiteX0" fmla="*/ 0 w 2197100"/>
              <a:gd name="connsiteY0" fmla="*/ 352425 h 1704975"/>
              <a:gd name="connsiteX1" fmla="*/ 3175 w 2197100"/>
              <a:gd name="connsiteY1" fmla="*/ 0 h 1704975"/>
              <a:gd name="connsiteX2" fmla="*/ 2197100 w 2197100"/>
              <a:gd name="connsiteY2" fmla="*/ 1704975 h 1704975"/>
              <a:gd name="connsiteX3" fmla="*/ 771525 w 2197100"/>
              <a:gd name="connsiteY3" fmla="*/ 1698625 h 1704975"/>
              <a:gd name="connsiteX4" fmla="*/ 0 w 2197100"/>
              <a:gd name="connsiteY4" fmla="*/ 352425 h 1704975"/>
              <a:gd name="connsiteX0" fmla="*/ 0 w 2197100"/>
              <a:gd name="connsiteY0" fmla="*/ 352425 h 1704975"/>
              <a:gd name="connsiteX1" fmla="*/ 3175 w 2197100"/>
              <a:gd name="connsiteY1" fmla="*/ 0 h 1704975"/>
              <a:gd name="connsiteX2" fmla="*/ 2197100 w 2197100"/>
              <a:gd name="connsiteY2" fmla="*/ 1704975 h 1704975"/>
              <a:gd name="connsiteX3" fmla="*/ 771525 w 2197100"/>
              <a:gd name="connsiteY3" fmla="*/ 1701800 h 1704975"/>
              <a:gd name="connsiteX4" fmla="*/ 0 w 2197100"/>
              <a:gd name="connsiteY4" fmla="*/ 352425 h 1704975"/>
              <a:gd name="connsiteX0" fmla="*/ 0 w 4229735"/>
              <a:gd name="connsiteY0" fmla="*/ 3888105 h 5240655"/>
              <a:gd name="connsiteX1" fmla="*/ 4229735 w 4229735"/>
              <a:gd name="connsiteY1" fmla="*/ 0 h 5240655"/>
              <a:gd name="connsiteX2" fmla="*/ 2197100 w 4229735"/>
              <a:gd name="connsiteY2" fmla="*/ 5240655 h 5240655"/>
              <a:gd name="connsiteX3" fmla="*/ 771525 w 4229735"/>
              <a:gd name="connsiteY3" fmla="*/ 5237480 h 5240655"/>
              <a:gd name="connsiteX4" fmla="*/ 0 w 4229735"/>
              <a:gd name="connsiteY4" fmla="*/ 3888105 h 5240655"/>
              <a:gd name="connsiteX0" fmla="*/ 2418715 w 6648450"/>
              <a:gd name="connsiteY0" fmla="*/ 3888105 h 5240655"/>
              <a:gd name="connsiteX1" fmla="*/ 6648450 w 6648450"/>
              <a:gd name="connsiteY1" fmla="*/ 0 h 5240655"/>
              <a:gd name="connsiteX2" fmla="*/ 4615815 w 6648450"/>
              <a:gd name="connsiteY2" fmla="*/ 5240655 h 5240655"/>
              <a:gd name="connsiteX3" fmla="*/ 0 w 6648450"/>
              <a:gd name="connsiteY3" fmla="*/ 5227320 h 5240655"/>
              <a:gd name="connsiteX4" fmla="*/ 2418715 w 6648450"/>
              <a:gd name="connsiteY4" fmla="*/ 3888105 h 5240655"/>
              <a:gd name="connsiteX0" fmla="*/ 2439035 w 6648450"/>
              <a:gd name="connsiteY0" fmla="*/ 4761865 h 5240655"/>
              <a:gd name="connsiteX1" fmla="*/ 6648450 w 6648450"/>
              <a:gd name="connsiteY1" fmla="*/ 0 h 5240655"/>
              <a:gd name="connsiteX2" fmla="*/ 4615815 w 6648450"/>
              <a:gd name="connsiteY2" fmla="*/ 5240655 h 5240655"/>
              <a:gd name="connsiteX3" fmla="*/ 0 w 6648450"/>
              <a:gd name="connsiteY3" fmla="*/ 5227320 h 5240655"/>
              <a:gd name="connsiteX4" fmla="*/ 2439035 w 6648450"/>
              <a:gd name="connsiteY4" fmla="*/ 4761865 h 5240655"/>
              <a:gd name="connsiteX0" fmla="*/ 1006475 w 6648450"/>
              <a:gd name="connsiteY0" fmla="*/ 4863465 h 5240655"/>
              <a:gd name="connsiteX1" fmla="*/ 6648450 w 6648450"/>
              <a:gd name="connsiteY1" fmla="*/ 0 h 5240655"/>
              <a:gd name="connsiteX2" fmla="*/ 4615815 w 6648450"/>
              <a:gd name="connsiteY2" fmla="*/ 5240655 h 5240655"/>
              <a:gd name="connsiteX3" fmla="*/ 0 w 6648450"/>
              <a:gd name="connsiteY3" fmla="*/ 5227320 h 5240655"/>
              <a:gd name="connsiteX4" fmla="*/ 1006475 w 6648450"/>
              <a:gd name="connsiteY4" fmla="*/ 4863465 h 5240655"/>
              <a:gd name="connsiteX0" fmla="*/ 1047726 w 6689701"/>
              <a:gd name="connsiteY0" fmla="*/ 4863465 h 5241071"/>
              <a:gd name="connsiteX1" fmla="*/ 6689701 w 6689701"/>
              <a:gd name="connsiteY1" fmla="*/ 0 h 5241071"/>
              <a:gd name="connsiteX2" fmla="*/ 4657066 w 6689701"/>
              <a:gd name="connsiteY2" fmla="*/ 5240655 h 5241071"/>
              <a:gd name="connsiteX3" fmla="*/ 0 w 6689701"/>
              <a:gd name="connsiteY3" fmla="*/ 5241071 h 5241071"/>
              <a:gd name="connsiteX4" fmla="*/ 1047726 w 6689701"/>
              <a:gd name="connsiteY4" fmla="*/ 4863465 h 5241071"/>
              <a:gd name="connsiteX0" fmla="*/ 1047726 w 6689701"/>
              <a:gd name="connsiteY0" fmla="*/ 4864273 h 5241879"/>
              <a:gd name="connsiteX1" fmla="*/ 1064227 w 6689701"/>
              <a:gd name="connsiteY1" fmla="*/ 4840402 h 5241879"/>
              <a:gd name="connsiteX2" fmla="*/ 6689701 w 6689701"/>
              <a:gd name="connsiteY2" fmla="*/ 808 h 5241879"/>
              <a:gd name="connsiteX3" fmla="*/ 4657066 w 6689701"/>
              <a:gd name="connsiteY3" fmla="*/ 5241463 h 5241879"/>
              <a:gd name="connsiteX4" fmla="*/ 0 w 6689701"/>
              <a:gd name="connsiteY4" fmla="*/ 5241879 h 5241879"/>
              <a:gd name="connsiteX5" fmla="*/ 1047726 w 6689701"/>
              <a:gd name="connsiteY5" fmla="*/ 4864273 h 5241879"/>
              <a:gd name="connsiteX0" fmla="*/ 882722 w 6689701"/>
              <a:gd name="connsiteY0" fmla="*/ 4933025 h 5241879"/>
              <a:gd name="connsiteX1" fmla="*/ 1064227 w 6689701"/>
              <a:gd name="connsiteY1" fmla="*/ 4840402 h 5241879"/>
              <a:gd name="connsiteX2" fmla="*/ 6689701 w 6689701"/>
              <a:gd name="connsiteY2" fmla="*/ 808 h 5241879"/>
              <a:gd name="connsiteX3" fmla="*/ 4657066 w 6689701"/>
              <a:gd name="connsiteY3" fmla="*/ 5241463 h 5241879"/>
              <a:gd name="connsiteX4" fmla="*/ 0 w 6689701"/>
              <a:gd name="connsiteY4" fmla="*/ 5241879 h 5241879"/>
              <a:gd name="connsiteX5" fmla="*/ 882722 w 6689701"/>
              <a:gd name="connsiteY5" fmla="*/ 4933025 h 5241879"/>
              <a:gd name="connsiteX0" fmla="*/ 882722 w 6689701"/>
              <a:gd name="connsiteY0" fmla="*/ 4933886 h 5242740"/>
              <a:gd name="connsiteX1" fmla="*/ 3360540 w 6689701"/>
              <a:gd name="connsiteY1" fmla="*/ 2703079 h 5242740"/>
              <a:gd name="connsiteX2" fmla="*/ 6689701 w 6689701"/>
              <a:gd name="connsiteY2" fmla="*/ 1669 h 5242740"/>
              <a:gd name="connsiteX3" fmla="*/ 4657066 w 6689701"/>
              <a:gd name="connsiteY3" fmla="*/ 5242324 h 5242740"/>
              <a:gd name="connsiteX4" fmla="*/ 0 w 6689701"/>
              <a:gd name="connsiteY4" fmla="*/ 5242740 h 5242740"/>
              <a:gd name="connsiteX5" fmla="*/ 882722 w 6689701"/>
              <a:gd name="connsiteY5" fmla="*/ 4933886 h 5242740"/>
              <a:gd name="connsiteX0" fmla="*/ 882722 w 6689701"/>
              <a:gd name="connsiteY0" fmla="*/ 4933945 h 5242799"/>
              <a:gd name="connsiteX1" fmla="*/ 3360540 w 6689701"/>
              <a:gd name="connsiteY1" fmla="*/ 2703138 h 5242799"/>
              <a:gd name="connsiteX2" fmla="*/ 6689701 w 6689701"/>
              <a:gd name="connsiteY2" fmla="*/ 1728 h 5242799"/>
              <a:gd name="connsiteX3" fmla="*/ 4657066 w 6689701"/>
              <a:gd name="connsiteY3" fmla="*/ 5242383 h 5242799"/>
              <a:gd name="connsiteX4" fmla="*/ 0 w 6689701"/>
              <a:gd name="connsiteY4" fmla="*/ 5242799 h 5242799"/>
              <a:gd name="connsiteX5" fmla="*/ 882722 w 6689701"/>
              <a:gd name="connsiteY5" fmla="*/ 4933945 h 5242799"/>
              <a:gd name="connsiteX0" fmla="*/ 882722 w 6951586"/>
              <a:gd name="connsiteY0" fmla="*/ 5684542 h 5993396"/>
              <a:gd name="connsiteX1" fmla="*/ 6653755 w 6951586"/>
              <a:gd name="connsiteY1" fmla="*/ 311775 h 5993396"/>
              <a:gd name="connsiteX2" fmla="*/ 6689701 w 6951586"/>
              <a:gd name="connsiteY2" fmla="*/ 752325 h 5993396"/>
              <a:gd name="connsiteX3" fmla="*/ 4657066 w 6951586"/>
              <a:gd name="connsiteY3" fmla="*/ 5992980 h 5993396"/>
              <a:gd name="connsiteX4" fmla="*/ 0 w 6951586"/>
              <a:gd name="connsiteY4" fmla="*/ 5993396 h 5993396"/>
              <a:gd name="connsiteX5" fmla="*/ 882722 w 6951586"/>
              <a:gd name="connsiteY5" fmla="*/ 5684542 h 5993396"/>
              <a:gd name="connsiteX0" fmla="*/ 882722 w 6689701"/>
              <a:gd name="connsiteY0" fmla="*/ 5372767 h 5681621"/>
              <a:gd name="connsiteX1" fmla="*/ 6653755 w 6689701"/>
              <a:gd name="connsiteY1" fmla="*/ 0 h 5681621"/>
              <a:gd name="connsiteX2" fmla="*/ 6689701 w 6689701"/>
              <a:gd name="connsiteY2" fmla="*/ 440550 h 5681621"/>
              <a:gd name="connsiteX3" fmla="*/ 4657066 w 6689701"/>
              <a:gd name="connsiteY3" fmla="*/ 5681205 h 5681621"/>
              <a:gd name="connsiteX4" fmla="*/ 0 w 6689701"/>
              <a:gd name="connsiteY4" fmla="*/ 5681621 h 5681621"/>
              <a:gd name="connsiteX5" fmla="*/ 882722 w 6689701"/>
              <a:gd name="connsiteY5" fmla="*/ 5372767 h 5681621"/>
              <a:gd name="connsiteX0" fmla="*/ 882722 w 6692133"/>
              <a:gd name="connsiteY0" fmla="*/ 5372767 h 5681621"/>
              <a:gd name="connsiteX1" fmla="*/ 6653755 w 6692133"/>
              <a:gd name="connsiteY1" fmla="*/ 0 h 5681621"/>
              <a:gd name="connsiteX2" fmla="*/ 6689701 w 6692133"/>
              <a:gd name="connsiteY2" fmla="*/ 440550 h 5681621"/>
              <a:gd name="connsiteX3" fmla="*/ 4657066 w 6692133"/>
              <a:gd name="connsiteY3" fmla="*/ 5681205 h 5681621"/>
              <a:gd name="connsiteX4" fmla="*/ 0 w 6692133"/>
              <a:gd name="connsiteY4" fmla="*/ 5681621 h 5681621"/>
              <a:gd name="connsiteX5" fmla="*/ 882722 w 6692133"/>
              <a:gd name="connsiteY5" fmla="*/ 5372767 h 5681621"/>
              <a:gd name="connsiteX0" fmla="*/ 882722 w 6653957"/>
              <a:gd name="connsiteY0" fmla="*/ 5372767 h 5681621"/>
              <a:gd name="connsiteX1" fmla="*/ 6653755 w 6653957"/>
              <a:gd name="connsiteY1" fmla="*/ 0 h 5681621"/>
              <a:gd name="connsiteX2" fmla="*/ 6545322 w 6653957"/>
              <a:gd name="connsiteY2" fmla="*/ 536803 h 5681621"/>
              <a:gd name="connsiteX3" fmla="*/ 4657066 w 6653957"/>
              <a:gd name="connsiteY3" fmla="*/ 5681205 h 5681621"/>
              <a:gd name="connsiteX4" fmla="*/ 0 w 6653957"/>
              <a:gd name="connsiteY4" fmla="*/ 5681621 h 5681621"/>
              <a:gd name="connsiteX5" fmla="*/ 882722 w 6653957"/>
              <a:gd name="connsiteY5" fmla="*/ 5372767 h 5681621"/>
              <a:gd name="connsiteX0" fmla="*/ 882722 w 6661976"/>
              <a:gd name="connsiteY0" fmla="*/ 5372767 h 5681621"/>
              <a:gd name="connsiteX1" fmla="*/ 6653755 w 6661976"/>
              <a:gd name="connsiteY1" fmla="*/ 0 h 5681621"/>
              <a:gd name="connsiteX2" fmla="*/ 6655325 w 6661976"/>
              <a:gd name="connsiteY2" fmla="*/ 474927 h 5681621"/>
              <a:gd name="connsiteX3" fmla="*/ 4657066 w 6661976"/>
              <a:gd name="connsiteY3" fmla="*/ 5681205 h 5681621"/>
              <a:gd name="connsiteX4" fmla="*/ 0 w 6661976"/>
              <a:gd name="connsiteY4" fmla="*/ 5681621 h 5681621"/>
              <a:gd name="connsiteX5" fmla="*/ 882722 w 6661976"/>
              <a:gd name="connsiteY5" fmla="*/ 5372767 h 5681621"/>
              <a:gd name="connsiteX0" fmla="*/ 882722 w 6655325"/>
              <a:gd name="connsiteY0" fmla="*/ 5372767 h 5681621"/>
              <a:gd name="connsiteX1" fmla="*/ 6653755 w 6655325"/>
              <a:gd name="connsiteY1" fmla="*/ 0 h 5681621"/>
              <a:gd name="connsiteX2" fmla="*/ 6655325 w 6655325"/>
              <a:gd name="connsiteY2" fmla="*/ 474927 h 5681621"/>
              <a:gd name="connsiteX3" fmla="*/ 4657066 w 6655325"/>
              <a:gd name="connsiteY3" fmla="*/ 5681205 h 5681621"/>
              <a:gd name="connsiteX4" fmla="*/ 0 w 6655325"/>
              <a:gd name="connsiteY4" fmla="*/ 5681621 h 5681621"/>
              <a:gd name="connsiteX5" fmla="*/ 882722 w 6655325"/>
              <a:gd name="connsiteY5" fmla="*/ 5372767 h 5681621"/>
              <a:gd name="connsiteX0" fmla="*/ 882722 w 6656251"/>
              <a:gd name="connsiteY0" fmla="*/ 5372767 h 5681621"/>
              <a:gd name="connsiteX1" fmla="*/ 6653755 w 6656251"/>
              <a:gd name="connsiteY1" fmla="*/ 0 h 5681621"/>
              <a:gd name="connsiteX2" fmla="*/ 6655325 w 6656251"/>
              <a:gd name="connsiteY2" fmla="*/ 474927 h 5681621"/>
              <a:gd name="connsiteX3" fmla="*/ 4657066 w 6656251"/>
              <a:gd name="connsiteY3" fmla="*/ 5681205 h 5681621"/>
              <a:gd name="connsiteX4" fmla="*/ 0 w 6656251"/>
              <a:gd name="connsiteY4" fmla="*/ 5681621 h 5681621"/>
              <a:gd name="connsiteX5" fmla="*/ 882722 w 6656251"/>
              <a:gd name="connsiteY5" fmla="*/ 5372767 h 5681621"/>
              <a:gd name="connsiteX0" fmla="*/ 882722 w 6656251"/>
              <a:gd name="connsiteY0" fmla="*/ 5372767 h 5681621"/>
              <a:gd name="connsiteX1" fmla="*/ 6653755 w 6656251"/>
              <a:gd name="connsiteY1" fmla="*/ 0 h 5681621"/>
              <a:gd name="connsiteX2" fmla="*/ 6655325 w 6656251"/>
              <a:gd name="connsiteY2" fmla="*/ 474927 h 5681621"/>
              <a:gd name="connsiteX3" fmla="*/ 4657066 w 6656251"/>
              <a:gd name="connsiteY3" fmla="*/ 5681205 h 5681621"/>
              <a:gd name="connsiteX4" fmla="*/ 0 w 6656251"/>
              <a:gd name="connsiteY4" fmla="*/ 5681621 h 5681621"/>
              <a:gd name="connsiteX5" fmla="*/ 882722 w 6656251"/>
              <a:gd name="connsiteY5" fmla="*/ 5372767 h 5681621"/>
              <a:gd name="connsiteX0" fmla="*/ 882722 w 6661525"/>
              <a:gd name="connsiteY0" fmla="*/ 5375942 h 5684796"/>
              <a:gd name="connsiteX1" fmla="*/ 6660105 w 6661525"/>
              <a:gd name="connsiteY1" fmla="*/ 0 h 5684796"/>
              <a:gd name="connsiteX2" fmla="*/ 6655325 w 6661525"/>
              <a:gd name="connsiteY2" fmla="*/ 478102 h 5684796"/>
              <a:gd name="connsiteX3" fmla="*/ 4657066 w 6661525"/>
              <a:gd name="connsiteY3" fmla="*/ 5684380 h 5684796"/>
              <a:gd name="connsiteX4" fmla="*/ 0 w 6661525"/>
              <a:gd name="connsiteY4" fmla="*/ 5684796 h 5684796"/>
              <a:gd name="connsiteX5" fmla="*/ 882722 w 6661525"/>
              <a:gd name="connsiteY5" fmla="*/ 5375942 h 5684796"/>
              <a:gd name="connsiteX0" fmla="*/ 882722 w 6660105"/>
              <a:gd name="connsiteY0" fmla="*/ 5375942 h 5684796"/>
              <a:gd name="connsiteX1" fmla="*/ 6660105 w 6660105"/>
              <a:gd name="connsiteY1" fmla="*/ 0 h 5684796"/>
              <a:gd name="connsiteX2" fmla="*/ 6655325 w 6660105"/>
              <a:gd name="connsiteY2" fmla="*/ 478102 h 5684796"/>
              <a:gd name="connsiteX3" fmla="*/ 4657066 w 6660105"/>
              <a:gd name="connsiteY3" fmla="*/ 5684380 h 5684796"/>
              <a:gd name="connsiteX4" fmla="*/ 0 w 6660105"/>
              <a:gd name="connsiteY4" fmla="*/ 5684796 h 5684796"/>
              <a:gd name="connsiteX5" fmla="*/ 882722 w 6660105"/>
              <a:gd name="connsiteY5" fmla="*/ 5375942 h 5684796"/>
              <a:gd name="connsiteX0" fmla="*/ 882722 w 6661675"/>
              <a:gd name="connsiteY0" fmla="*/ 5375942 h 5684796"/>
              <a:gd name="connsiteX1" fmla="*/ 6660105 w 6661675"/>
              <a:gd name="connsiteY1" fmla="*/ 0 h 5684796"/>
              <a:gd name="connsiteX2" fmla="*/ 6661675 w 6661675"/>
              <a:gd name="connsiteY2" fmla="*/ 468577 h 5684796"/>
              <a:gd name="connsiteX3" fmla="*/ 4657066 w 6661675"/>
              <a:gd name="connsiteY3" fmla="*/ 5684380 h 5684796"/>
              <a:gd name="connsiteX4" fmla="*/ 0 w 6661675"/>
              <a:gd name="connsiteY4" fmla="*/ 5684796 h 5684796"/>
              <a:gd name="connsiteX5" fmla="*/ 882722 w 6661675"/>
              <a:gd name="connsiteY5" fmla="*/ 5375942 h 5684796"/>
              <a:gd name="connsiteX0" fmla="*/ 882722 w 6661675"/>
              <a:gd name="connsiteY0" fmla="*/ 5375942 h 5684796"/>
              <a:gd name="connsiteX1" fmla="*/ 6660105 w 6661675"/>
              <a:gd name="connsiteY1" fmla="*/ 0 h 5684796"/>
              <a:gd name="connsiteX2" fmla="*/ 6661675 w 6661675"/>
              <a:gd name="connsiteY2" fmla="*/ 468577 h 5684796"/>
              <a:gd name="connsiteX3" fmla="*/ 4657066 w 6661675"/>
              <a:gd name="connsiteY3" fmla="*/ 5684380 h 5684796"/>
              <a:gd name="connsiteX4" fmla="*/ 0 w 6661675"/>
              <a:gd name="connsiteY4" fmla="*/ 5684796 h 5684796"/>
              <a:gd name="connsiteX5" fmla="*/ 882722 w 6661675"/>
              <a:gd name="connsiteY5" fmla="*/ 5375942 h 5684796"/>
              <a:gd name="connsiteX0" fmla="*/ 882722 w 6661675"/>
              <a:gd name="connsiteY0" fmla="*/ 5375942 h 5684796"/>
              <a:gd name="connsiteX1" fmla="*/ 6660105 w 6661675"/>
              <a:gd name="connsiteY1" fmla="*/ 0 h 5684796"/>
              <a:gd name="connsiteX2" fmla="*/ 6661675 w 6661675"/>
              <a:gd name="connsiteY2" fmla="*/ 468577 h 5684796"/>
              <a:gd name="connsiteX3" fmla="*/ 4657066 w 6661675"/>
              <a:gd name="connsiteY3" fmla="*/ 5684380 h 5684796"/>
              <a:gd name="connsiteX4" fmla="*/ 0 w 6661675"/>
              <a:gd name="connsiteY4" fmla="*/ 5684796 h 5684796"/>
              <a:gd name="connsiteX5" fmla="*/ 882722 w 6661675"/>
              <a:gd name="connsiteY5" fmla="*/ 5375942 h 5684796"/>
              <a:gd name="connsiteX0" fmla="*/ 882722 w 6661675"/>
              <a:gd name="connsiteY0" fmla="*/ 5375942 h 5684796"/>
              <a:gd name="connsiteX1" fmla="*/ 6660105 w 6661675"/>
              <a:gd name="connsiteY1" fmla="*/ 0 h 5684796"/>
              <a:gd name="connsiteX2" fmla="*/ 6661675 w 6661675"/>
              <a:gd name="connsiteY2" fmla="*/ 468577 h 5684796"/>
              <a:gd name="connsiteX3" fmla="*/ 4657066 w 6661675"/>
              <a:gd name="connsiteY3" fmla="*/ 5684380 h 5684796"/>
              <a:gd name="connsiteX4" fmla="*/ 0 w 6661675"/>
              <a:gd name="connsiteY4" fmla="*/ 5684796 h 5684796"/>
              <a:gd name="connsiteX5" fmla="*/ 882722 w 6661675"/>
              <a:gd name="connsiteY5" fmla="*/ 5375942 h 5684796"/>
              <a:gd name="connsiteX0" fmla="*/ 882722 w 6661675"/>
              <a:gd name="connsiteY0" fmla="*/ 5375942 h 5684796"/>
              <a:gd name="connsiteX1" fmla="*/ 6660105 w 6661675"/>
              <a:gd name="connsiteY1" fmla="*/ 0 h 5684796"/>
              <a:gd name="connsiteX2" fmla="*/ 6661675 w 6661675"/>
              <a:gd name="connsiteY2" fmla="*/ 468577 h 5684796"/>
              <a:gd name="connsiteX3" fmla="*/ 6650458 w 6661675"/>
              <a:gd name="connsiteY3" fmla="*/ 5684380 h 5684796"/>
              <a:gd name="connsiteX4" fmla="*/ 0 w 6661675"/>
              <a:gd name="connsiteY4" fmla="*/ 5684796 h 5684796"/>
              <a:gd name="connsiteX5" fmla="*/ 882722 w 6661675"/>
              <a:gd name="connsiteY5" fmla="*/ 5375942 h 5684796"/>
              <a:gd name="connsiteX0" fmla="*/ 882722 w 6660105"/>
              <a:gd name="connsiteY0" fmla="*/ 5375942 h 5684796"/>
              <a:gd name="connsiteX1" fmla="*/ 6660105 w 6660105"/>
              <a:gd name="connsiteY1" fmla="*/ 0 h 5684796"/>
              <a:gd name="connsiteX2" fmla="*/ 6648975 w 6660105"/>
              <a:gd name="connsiteY2" fmla="*/ 474927 h 5684796"/>
              <a:gd name="connsiteX3" fmla="*/ 6650458 w 6660105"/>
              <a:gd name="connsiteY3" fmla="*/ 5684380 h 5684796"/>
              <a:gd name="connsiteX4" fmla="*/ 0 w 6660105"/>
              <a:gd name="connsiteY4" fmla="*/ 5684796 h 5684796"/>
              <a:gd name="connsiteX5" fmla="*/ 882722 w 6660105"/>
              <a:gd name="connsiteY5" fmla="*/ 5375942 h 5684796"/>
              <a:gd name="connsiteX0" fmla="*/ 882722 w 6650458"/>
              <a:gd name="connsiteY0" fmla="*/ 5375942 h 5684796"/>
              <a:gd name="connsiteX1" fmla="*/ 6647405 w 6650458"/>
              <a:gd name="connsiteY1" fmla="*/ 0 h 5684796"/>
              <a:gd name="connsiteX2" fmla="*/ 6648975 w 6650458"/>
              <a:gd name="connsiteY2" fmla="*/ 474927 h 5684796"/>
              <a:gd name="connsiteX3" fmla="*/ 6650458 w 6650458"/>
              <a:gd name="connsiteY3" fmla="*/ 5684380 h 5684796"/>
              <a:gd name="connsiteX4" fmla="*/ 0 w 6650458"/>
              <a:gd name="connsiteY4" fmla="*/ 5684796 h 5684796"/>
              <a:gd name="connsiteX5" fmla="*/ 882722 w 6650458"/>
              <a:gd name="connsiteY5" fmla="*/ 5375942 h 56847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650458" h="5684796">
                <a:moveTo>
                  <a:pt x="882722" y="5375942"/>
                </a:moveTo>
                <a:cubicBezTo>
                  <a:pt x="1060093" y="5309029"/>
                  <a:pt x="5653101" y="899477"/>
                  <a:pt x="6647405" y="0"/>
                </a:cubicBezTo>
                <a:cubicBezTo>
                  <a:pt x="6643182" y="184797"/>
                  <a:pt x="6647717" y="137848"/>
                  <a:pt x="6648975" y="474927"/>
                </a:cubicBezTo>
                <a:cubicBezTo>
                  <a:pt x="6649469" y="2211411"/>
                  <a:pt x="6649964" y="3947896"/>
                  <a:pt x="6650458" y="5684380"/>
                </a:cubicBezTo>
                <a:lnTo>
                  <a:pt x="0" y="5684796"/>
                </a:lnTo>
                <a:lnTo>
                  <a:pt x="882722" y="537594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sp>
        <p:nvSpPr>
          <p:cNvPr id="11" name="Triangle 4"/>
          <p:cNvSpPr/>
          <p:nvPr userDrawn="1"/>
        </p:nvSpPr>
        <p:spPr>
          <a:xfrm flipH="1" flipV="1">
            <a:off x="9598297" y="546"/>
            <a:ext cx="2590529" cy="3099495"/>
          </a:xfrm>
          <a:custGeom>
            <a:avLst/>
            <a:gdLst>
              <a:gd name="connsiteX0" fmla="*/ 0 w 1060704"/>
              <a:gd name="connsiteY0" fmla="*/ 914400 h 914400"/>
              <a:gd name="connsiteX1" fmla="*/ 530352 w 1060704"/>
              <a:gd name="connsiteY1" fmla="*/ 0 h 914400"/>
              <a:gd name="connsiteX2" fmla="*/ 1060704 w 1060704"/>
              <a:gd name="connsiteY2" fmla="*/ 914400 h 914400"/>
              <a:gd name="connsiteX3" fmla="*/ 0 w 1060704"/>
              <a:gd name="connsiteY3" fmla="*/ 914400 h 914400"/>
              <a:gd name="connsiteX0" fmla="*/ 8662 w 1069366"/>
              <a:gd name="connsiteY0" fmla="*/ 1328286 h 1328286"/>
              <a:gd name="connsiteX1" fmla="*/ 0 w 1069366"/>
              <a:gd name="connsiteY1" fmla="*/ 0 h 1328286"/>
              <a:gd name="connsiteX2" fmla="*/ 1069366 w 1069366"/>
              <a:gd name="connsiteY2" fmla="*/ 1328286 h 1328286"/>
              <a:gd name="connsiteX3" fmla="*/ 8662 w 1069366"/>
              <a:gd name="connsiteY3" fmla="*/ 1328286 h 1328286"/>
              <a:gd name="connsiteX0" fmla="*/ 8662 w 578478"/>
              <a:gd name="connsiteY0" fmla="*/ 1328286 h 1337911"/>
              <a:gd name="connsiteX1" fmla="*/ 0 w 578478"/>
              <a:gd name="connsiteY1" fmla="*/ 0 h 1337911"/>
              <a:gd name="connsiteX2" fmla="*/ 578478 w 578478"/>
              <a:gd name="connsiteY2" fmla="*/ 1337911 h 1337911"/>
              <a:gd name="connsiteX3" fmla="*/ 8662 w 578478"/>
              <a:gd name="connsiteY3" fmla="*/ 1328286 h 1337911"/>
              <a:gd name="connsiteX0" fmla="*/ 8662 w 799859"/>
              <a:gd name="connsiteY0" fmla="*/ 1328286 h 1347537"/>
              <a:gd name="connsiteX1" fmla="*/ 0 w 799859"/>
              <a:gd name="connsiteY1" fmla="*/ 0 h 1347537"/>
              <a:gd name="connsiteX2" fmla="*/ 799859 w 799859"/>
              <a:gd name="connsiteY2" fmla="*/ 1347537 h 1347537"/>
              <a:gd name="connsiteX3" fmla="*/ 8662 w 799859"/>
              <a:gd name="connsiteY3" fmla="*/ 1328286 h 1347537"/>
              <a:gd name="connsiteX0" fmla="*/ 8662 w 758584"/>
              <a:gd name="connsiteY0" fmla="*/ 1328286 h 1328286"/>
              <a:gd name="connsiteX1" fmla="*/ 0 w 758584"/>
              <a:gd name="connsiteY1" fmla="*/ 0 h 1328286"/>
              <a:gd name="connsiteX2" fmla="*/ 758584 w 758584"/>
              <a:gd name="connsiteY2" fmla="*/ 1242762 h 1328286"/>
              <a:gd name="connsiteX3" fmla="*/ 8662 w 758584"/>
              <a:gd name="connsiteY3" fmla="*/ 1328286 h 1328286"/>
              <a:gd name="connsiteX0" fmla="*/ 8662 w 783984"/>
              <a:gd name="connsiteY0" fmla="*/ 1328286 h 1328487"/>
              <a:gd name="connsiteX1" fmla="*/ 0 w 783984"/>
              <a:gd name="connsiteY1" fmla="*/ 0 h 1328487"/>
              <a:gd name="connsiteX2" fmla="*/ 783984 w 783984"/>
              <a:gd name="connsiteY2" fmla="*/ 1328487 h 1328487"/>
              <a:gd name="connsiteX3" fmla="*/ 8662 w 783984"/>
              <a:gd name="connsiteY3" fmla="*/ 1328286 h 1328487"/>
              <a:gd name="connsiteX0" fmla="*/ 5487 w 780809"/>
              <a:gd name="connsiteY0" fmla="*/ 1347336 h 1347537"/>
              <a:gd name="connsiteX1" fmla="*/ 0 w 780809"/>
              <a:gd name="connsiteY1" fmla="*/ 0 h 1347537"/>
              <a:gd name="connsiteX2" fmla="*/ 780809 w 780809"/>
              <a:gd name="connsiteY2" fmla="*/ 1347537 h 1347537"/>
              <a:gd name="connsiteX3" fmla="*/ 5487 w 780809"/>
              <a:gd name="connsiteY3" fmla="*/ 1347336 h 1347537"/>
              <a:gd name="connsiteX0" fmla="*/ 5487 w 780809"/>
              <a:gd name="connsiteY0" fmla="*/ 1353686 h 1353887"/>
              <a:gd name="connsiteX1" fmla="*/ 0 w 780809"/>
              <a:gd name="connsiteY1" fmla="*/ 0 h 1353887"/>
              <a:gd name="connsiteX2" fmla="*/ 780809 w 780809"/>
              <a:gd name="connsiteY2" fmla="*/ 1353887 h 1353887"/>
              <a:gd name="connsiteX3" fmla="*/ 5487 w 780809"/>
              <a:gd name="connsiteY3" fmla="*/ 1353686 h 1353887"/>
              <a:gd name="connsiteX0" fmla="*/ 156 w 775478"/>
              <a:gd name="connsiteY0" fmla="*/ 1360036 h 1360237"/>
              <a:gd name="connsiteX1" fmla="*/ 32769 w 775478"/>
              <a:gd name="connsiteY1" fmla="*/ 0 h 1360237"/>
              <a:gd name="connsiteX2" fmla="*/ 775478 w 775478"/>
              <a:gd name="connsiteY2" fmla="*/ 1360237 h 1360237"/>
              <a:gd name="connsiteX3" fmla="*/ 156 w 775478"/>
              <a:gd name="connsiteY3" fmla="*/ 1360036 h 1360237"/>
              <a:gd name="connsiteX0" fmla="*/ 745 w 776067"/>
              <a:gd name="connsiteY0" fmla="*/ 1360036 h 1360237"/>
              <a:gd name="connsiteX1" fmla="*/ 1608 w 776067"/>
              <a:gd name="connsiteY1" fmla="*/ 0 h 1360237"/>
              <a:gd name="connsiteX2" fmla="*/ 776067 w 776067"/>
              <a:gd name="connsiteY2" fmla="*/ 1360237 h 1360237"/>
              <a:gd name="connsiteX3" fmla="*/ 745 w 776067"/>
              <a:gd name="connsiteY3" fmla="*/ 1360036 h 1360237"/>
              <a:gd name="connsiteX0" fmla="*/ 745 w 776067"/>
              <a:gd name="connsiteY0" fmla="*/ 2027387 h 2027588"/>
              <a:gd name="connsiteX1" fmla="*/ 1608 w 776067"/>
              <a:gd name="connsiteY1" fmla="*/ 0 h 2027588"/>
              <a:gd name="connsiteX2" fmla="*/ 776067 w 776067"/>
              <a:gd name="connsiteY2" fmla="*/ 2027588 h 2027588"/>
              <a:gd name="connsiteX3" fmla="*/ 745 w 776067"/>
              <a:gd name="connsiteY3" fmla="*/ 2027387 h 2027588"/>
              <a:gd name="connsiteX0" fmla="*/ 68 w 775390"/>
              <a:gd name="connsiteY0" fmla="*/ 642825 h 643026"/>
              <a:gd name="connsiteX1" fmla="*/ 84454 w 775390"/>
              <a:gd name="connsiteY1" fmla="*/ 0 h 643026"/>
              <a:gd name="connsiteX2" fmla="*/ 775390 w 775390"/>
              <a:gd name="connsiteY2" fmla="*/ 643026 h 643026"/>
              <a:gd name="connsiteX3" fmla="*/ 68 w 775390"/>
              <a:gd name="connsiteY3" fmla="*/ 642825 h 643026"/>
              <a:gd name="connsiteX0" fmla="*/ 51 w 775373"/>
              <a:gd name="connsiteY0" fmla="*/ 1015468 h 1015669"/>
              <a:gd name="connsiteX1" fmla="*/ 116561 w 775373"/>
              <a:gd name="connsiteY1" fmla="*/ 0 h 1015669"/>
              <a:gd name="connsiteX2" fmla="*/ 775373 w 775373"/>
              <a:gd name="connsiteY2" fmla="*/ 1015669 h 1015669"/>
              <a:gd name="connsiteX3" fmla="*/ 51 w 775373"/>
              <a:gd name="connsiteY3" fmla="*/ 1015468 h 1015669"/>
              <a:gd name="connsiteX0" fmla="*/ 745 w 776067"/>
              <a:gd name="connsiteY0" fmla="*/ 1500547 h 1500748"/>
              <a:gd name="connsiteX1" fmla="*/ 1607 w 776067"/>
              <a:gd name="connsiteY1" fmla="*/ 0 h 1500748"/>
              <a:gd name="connsiteX2" fmla="*/ 776067 w 776067"/>
              <a:gd name="connsiteY2" fmla="*/ 1500748 h 1500748"/>
              <a:gd name="connsiteX3" fmla="*/ 745 w 776067"/>
              <a:gd name="connsiteY3" fmla="*/ 1500547 h 1500748"/>
              <a:gd name="connsiteX0" fmla="*/ 745 w 776067"/>
              <a:gd name="connsiteY0" fmla="*/ 1127904 h 1128105"/>
              <a:gd name="connsiteX1" fmla="*/ 1607 w 776067"/>
              <a:gd name="connsiteY1" fmla="*/ 0 h 1128105"/>
              <a:gd name="connsiteX2" fmla="*/ 776067 w 776067"/>
              <a:gd name="connsiteY2" fmla="*/ 1128105 h 1128105"/>
              <a:gd name="connsiteX3" fmla="*/ 745 w 776067"/>
              <a:gd name="connsiteY3" fmla="*/ 1127904 h 1128105"/>
              <a:gd name="connsiteX0" fmla="*/ 745 w 776067"/>
              <a:gd name="connsiteY0" fmla="*/ 1198578 h 1198779"/>
              <a:gd name="connsiteX1" fmla="*/ 1607 w 776067"/>
              <a:gd name="connsiteY1" fmla="*/ 0 h 1198779"/>
              <a:gd name="connsiteX2" fmla="*/ 776067 w 776067"/>
              <a:gd name="connsiteY2" fmla="*/ 1198779 h 1198779"/>
              <a:gd name="connsiteX3" fmla="*/ 745 w 776067"/>
              <a:gd name="connsiteY3" fmla="*/ 1198578 h 1198779"/>
              <a:gd name="connsiteX0" fmla="*/ 234382 w 1009704"/>
              <a:gd name="connsiteY0" fmla="*/ 1208483 h 1208684"/>
              <a:gd name="connsiteX1" fmla="*/ 0 w 1009704"/>
              <a:gd name="connsiteY1" fmla="*/ 0 h 1208684"/>
              <a:gd name="connsiteX2" fmla="*/ 1009704 w 1009704"/>
              <a:gd name="connsiteY2" fmla="*/ 1208684 h 1208684"/>
              <a:gd name="connsiteX3" fmla="*/ 234382 w 1009704"/>
              <a:gd name="connsiteY3" fmla="*/ 1208483 h 1208684"/>
              <a:gd name="connsiteX0" fmla="*/ 879 w 1010207"/>
              <a:gd name="connsiteY0" fmla="*/ 1208483 h 1208684"/>
              <a:gd name="connsiteX1" fmla="*/ 503 w 1010207"/>
              <a:gd name="connsiteY1" fmla="*/ 0 h 1208684"/>
              <a:gd name="connsiteX2" fmla="*/ 1010207 w 1010207"/>
              <a:gd name="connsiteY2" fmla="*/ 1208684 h 1208684"/>
              <a:gd name="connsiteX3" fmla="*/ 879 w 1010207"/>
              <a:gd name="connsiteY3" fmla="*/ 1208483 h 12086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10207" h="1208684">
                <a:moveTo>
                  <a:pt x="879" y="1208483"/>
                </a:moveTo>
                <a:cubicBezTo>
                  <a:pt x="-2008" y="765721"/>
                  <a:pt x="3390" y="442762"/>
                  <a:pt x="503" y="0"/>
                </a:cubicBezTo>
                <a:lnTo>
                  <a:pt x="1010207" y="1208684"/>
                </a:lnTo>
                <a:lnTo>
                  <a:pt x="879" y="1208483"/>
                </a:lnTo>
                <a:close/>
              </a:path>
            </a:pathLst>
          </a:custGeom>
          <a:solidFill>
            <a:schemeClr val="accent2">
              <a:alpha val="5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95000"/>
              </a:lnSpc>
            </a:pPr>
            <a:endParaRPr lang="en-US" sz="2000" err="1">
              <a:solidFill>
                <a:srgbClr val="FFFFFF"/>
              </a:solidFill>
            </a:endParaRPr>
          </a:p>
        </p:txBody>
      </p:sp>
      <p:sp>
        <p:nvSpPr>
          <p:cNvPr id="8" name="Triangle 4"/>
          <p:cNvSpPr/>
          <p:nvPr userDrawn="1"/>
        </p:nvSpPr>
        <p:spPr>
          <a:xfrm flipH="1">
            <a:off x="10209022" y="1656810"/>
            <a:ext cx="1990111" cy="5199455"/>
          </a:xfrm>
          <a:custGeom>
            <a:avLst/>
            <a:gdLst>
              <a:gd name="connsiteX0" fmla="*/ 0 w 1060704"/>
              <a:gd name="connsiteY0" fmla="*/ 914400 h 914400"/>
              <a:gd name="connsiteX1" fmla="*/ 530352 w 1060704"/>
              <a:gd name="connsiteY1" fmla="*/ 0 h 914400"/>
              <a:gd name="connsiteX2" fmla="*/ 1060704 w 1060704"/>
              <a:gd name="connsiteY2" fmla="*/ 914400 h 914400"/>
              <a:gd name="connsiteX3" fmla="*/ 0 w 1060704"/>
              <a:gd name="connsiteY3" fmla="*/ 914400 h 914400"/>
              <a:gd name="connsiteX0" fmla="*/ 8662 w 1069366"/>
              <a:gd name="connsiteY0" fmla="*/ 1328286 h 1328286"/>
              <a:gd name="connsiteX1" fmla="*/ 0 w 1069366"/>
              <a:gd name="connsiteY1" fmla="*/ 0 h 1328286"/>
              <a:gd name="connsiteX2" fmla="*/ 1069366 w 1069366"/>
              <a:gd name="connsiteY2" fmla="*/ 1328286 h 1328286"/>
              <a:gd name="connsiteX3" fmla="*/ 8662 w 1069366"/>
              <a:gd name="connsiteY3" fmla="*/ 1328286 h 1328286"/>
              <a:gd name="connsiteX0" fmla="*/ 8662 w 578478"/>
              <a:gd name="connsiteY0" fmla="*/ 1328286 h 1337911"/>
              <a:gd name="connsiteX1" fmla="*/ 0 w 578478"/>
              <a:gd name="connsiteY1" fmla="*/ 0 h 1337911"/>
              <a:gd name="connsiteX2" fmla="*/ 578478 w 578478"/>
              <a:gd name="connsiteY2" fmla="*/ 1337911 h 1337911"/>
              <a:gd name="connsiteX3" fmla="*/ 8662 w 578478"/>
              <a:gd name="connsiteY3" fmla="*/ 1328286 h 1337911"/>
              <a:gd name="connsiteX0" fmla="*/ 8662 w 799859"/>
              <a:gd name="connsiteY0" fmla="*/ 1328286 h 1347537"/>
              <a:gd name="connsiteX1" fmla="*/ 0 w 799859"/>
              <a:gd name="connsiteY1" fmla="*/ 0 h 1347537"/>
              <a:gd name="connsiteX2" fmla="*/ 799859 w 799859"/>
              <a:gd name="connsiteY2" fmla="*/ 1347537 h 1347537"/>
              <a:gd name="connsiteX3" fmla="*/ 8662 w 799859"/>
              <a:gd name="connsiteY3" fmla="*/ 1328286 h 1347537"/>
              <a:gd name="connsiteX0" fmla="*/ 8662 w 758584"/>
              <a:gd name="connsiteY0" fmla="*/ 1328286 h 1328286"/>
              <a:gd name="connsiteX1" fmla="*/ 0 w 758584"/>
              <a:gd name="connsiteY1" fmla="*/ 0 h 1328286"/>
              <a:gd name="connsiteX2" fmla="*/ 758584 w 758584"/>
              <a:gd name="connsiteY2" fmla="*/ 1242762 h 1328286"/>
              <a:gd name="connsiteX3" fmla="*/ 8662 w 758584"/>
              <a:gd name="connsiteY3" fmla="*/ 1328286 h 1328286"/>
              <a:gd name="connsiteX0" fmla="*/ 8662 w 783984"/>
              <a:gd name="connsiteY0" fmla="*/ 1328286 h 1328487"/>
              <a:gd name="connsiteX1" fmla="*/ 0 w 783984"/>
              <a:gd name="connsiteY1" fmla="*/ 0 h 1328487"/>
              <a:gd name="connsiteX2" fmla="*/ 783984 w 783984"/>
              <a:gd name="connsiteY2" fmla="*/ 1328487 h 1328487"/>
              <a:gd name="connsiteX3" fmla="*/ 8662 w 783984"/>
              <a:gd name="connsiteY3" fmla="*/ 1328286 h 1328487"/>
              <a:gd name="connsiteX0" fmla="*/ 5487 w 780809"/>
              <a:gd name="connsiteY0" fmla="*/ 1347336 h 1347537"/>
              <a:gd name="connsiteX1" fmla="*/ 0 w 780809"/>
              <a:gd name="connsiteY1" fmla="*/ 0 h 1347537"/>
              <a:gd name="connsiteX2" fmla="*/ 780809 w 780809"/>
              <a:gd name="connsiteY2" fmla="*/ 1347537 h 1347537"/>
              <a:gd name="connsiteX3" fmla="*/ 5487 w 780809"/>
              <a:gd name="connsiteY3" fmla="*/ 1347336 h 1347537"/>
              <a:gd name="connsiteX0" fmla="*/ 5487 w 780809"/>
              <a:gd name="connsiteY0" fmla="*/ 1353686 h 1353887"/>
              <a:gd name="connsiteX1" fmla="*/ 0 w 780809"/>
              <a:gd name="connsiteY1" fmla="*/ 0 h 1353887"/>
              <a:gd name="connsiteX2" fmla="*/ 780809 w 780809"/>
              <a:gd name="connsiteY2" fmla="*/ 1353887 h 1353887"/>
              <a:gd name="connsiteX3" fmla="*/ 5487 w 780809"/>
              <a:gd name="connsiteY3" fmla="*/ 1353686 h 1353887"/>
              <a:gd name="connsiteX0" fmla="*/ 156 w 775478"/>
              <a:gd name="connsiteY0" fmla="*/ 1360036 h 1360237"/>
              <a:gd name="connsiteX1" fmla="*/ 32769 w 775478"/>
              <a:gd name="connsiteY1" fmla="*/ 0 h 1360237"/>
              <a:gd name="connsiteX2" fmla="*/ 775478 w 775478"/>
              <a:gd name="connsiteY2" fmla="*/ 1360237 h 1360237"/>
              <a:gd name="connsiteX3" fmla="*/ 156 w 775478"/>
              <a:gd name="connsiteY3" fmla="*/ 1360036 h 1360237"/>
              <a:gd name="connsiteX0" fmla="*/ 745 w 776067"/>
              <a:gd name="connsiteY0" fmla="*/ 1360036 h 1360237"/>
              <a:gd name="connsiteX1" fmla="*/ 1608 w 776067"/>
              <a:gd name="connsiteY1" fmla="*/ 0 h 1360237"/>
              <a:gd name="connsiteX2" fmla="*/ 776067 w 776067"/>
              <a:gd name="connsiteY2" fmla="*/ 1360237 h 1360237"/>
              <a:gd name="connsiteX3" fmla="*/ 745 w 776067"/>
              <a:gd name="connsiteY3" fmla="*/ 1360036 h 1360237"/>
              <a:gd name="connsiteX0" fmla="*/ 745 w 776067"/>
              <a:gd name="connsiteY0" fmla="*/ 2027387 h 2027588"/>
              <a:gd name="connsiteX1" fmla="*/ 1608 w 776067"/>
              <a:gd name="connsiteY1" fmla="*/ 0 h 2027588"/>
              <a:gd name="connsiteX2" fmla="*/ 776067 w 776067"/>
              <a:gd name="connsiteY2" fmla="*/ 2027588 h 2027588"/>
              <a:gd name="connsiteX3" fmla="*/ 745 w 776067"/>
              <a:gd name="connsiteY3" fmla="*/ 2027387 h 20275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76067" h="2027588">
                <a:moveTo>
                  <a:pt x="745" y="2027387"/>
                </a:moveTo>
                <a:cubicBezTo>
                  <a:pt x="-2142" y="1584625"/>
                  <a:pt x="4495" y="442762"/>
                  <a:pt x="1608" y="0"/>
                </a:cubicBezTo>
                <a:lnTo>
                  <a:pt x="776067" y="2027588"/>
                </a:lnTo>
                <a:lnTo>
                  <a:pt x="745" y="2027387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95000"/>
              </a:lnSpc>
            </a:pPr>
            <a:endParaRPr lang="en-US" sz="2000" err="1">
              <a:solidFill>
                <a:srgbClr val="FFFFFF"/>
              </a:solidFill>
            </a:endParaRPr>
          </a:p>
        </p:txBody>
      </p:sp>
      <p:sp>
        <p:nvSpPr>
          <p:cNvPr id="17" name="Rectangle 16"/>
          <p:cNvSpPr/>
          <p:nvPr userDrawn="1"/>
        </p:nvSpPr>
        <p:spPr>
          <a:xfrm>
            <a:off x="-744" y="-1787"/>
            <a:ext cx="12193513" cy="6859787"/>
          </a:xfrm>
          <a:prstGeom prst="rect">
            <a:avLst/>
          </a:prstGeom>
          <a:blipFill dpi="0" rotWithShape="1">
            <a:blip r:embed="rId4">
              <a:alphaModFix amt="60000"/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sp>
        <p:nvSpPr>
          <p:cNvPr id="9" name="Triangle 4"/>
          <p:cNvSpPr/>
          <p:nvPr userDrawn="1"/>
        </p:nvSpPr>
        <p:spPr>
          <a:xfrm flipH="1" flipV="1">
            <a:off x="10204703" y="-200"/>
            <a:ext cx="1990111" cy="3074095"/>
          </a:xfrm>
          <a:custGeom>
            <a:avLst/>
            <a:gdLst>
              <a:gd name="connsiteX0" fmla="*/ 0 w 1060704"/>
              <a:gd name="connsiteY0" fmla="*/ 914400 h 914400"/>
              <a:gd name="connsiteX1" fmla="*/ 530352 w 1060704"/>
              <a:gd name="connsiteY1" fmla="*/ 0 h 914400"/>
              <a:gd name="connsiteX2" fmla="*/ 1060704 w 1060704"/>
              <a:gd name="connsiteY2" fmla="*/ 914400 h 914400"/>
              <a:gd name="connsiteX3" fmla="*/ 0 w 1060704"/>
              <a:gd name="connsiteY3" fmla="*/ 914400 h 914400"/>
              <a:gd name="connsiteX0" fmla="*/ 8662 w 1069366"/>
              <a:gd name="connsiteY0" fmla="*/ 1328286 h 1328286"/>
              <a:gd name="connsiteX1" fmla="*/ 0 w 1069366"/>
              <a:gd name="connsiteY1" fmla="*/ 0 h 1328286"/>
              <a:gd name="connsiteX2" fmla="*/ 1069366 w 1069366"/>
              <a:gd name="connsiteY2" fmla="*/ 1328286 h 1328286"/>
              <a:gd name="connsiteX3" fmla="*/ 8662 w 1069366"/>
              <a:gd name="connsiteY3" fmla="*/ 1328286 h 1328286"/>
              <a:gd name="connsiteX0" fmla="*/ 8662 w 578478"/>
              <a:gd name="connsiteY0" fmla="*/ 1328286 h 1337911"/>
              <a:gd name="connsiteX1" fmla="*/ 0 w 578478"/>
              <a:gd name="connsiteY1" fmla="*/ 0 h 1337911"/>
              <a:gd name="connsiteX2" fmla="*/ 578478 w 578478"/>
              <a:gd name="connsiteY2" fmla="*/ 1337911 h 1337911"/>
              <a:gd name="connsiteX3" fmla="*/ 8662 w 578478"/>
              <a:gd name="connsiteY3" fmla="*/ 1328286 h 1337911"/>
              <a:gd name="connsiteX0" fmla="*/ 8662 w 799859"/>
              <a:gd name="connsiteY0" fmla="*/ 1328286 h 1347537"/>
              <a:gd name="connsiteX1" fmla="*/ 0 w 799859"/>
              <a:gd name="connsiteY1" fmla="*/ 0 h 1347537"/>
              <a:gd name="connsiteX2" fmla="*/ 799859 w 799859"/>
              <a:gd name="connsiteY2" fmla="*/ 1347537 h 1347537"/>
              <a:gd name="connsiteX3" fmla="*/ 8662 w 799859"/>
              <a:gd name="connsiteY3" fmla="*/ 1328286 h 1347537"/>
              <a:gd name="connsiteX0" fmla="*/ 8662 w 758584"/>
              <a:gd name="connsiteY0" fmla="*/ 1328286 h 1328286"/>
              <a:gd name="connsiteX1" fmla="*/ 0 w 758584"/>
              <a:gd name="connsiteY1" fmla="*/ 0 h 1328286"/>
              <a:gd name="connsiteX2" fmla="*/ 758584 w 758584"/>
              <a:gd name="connsiteY2" fmla="*/ 1242762 h 1328286"/>
              <a:gd name="connsiteX3" fmla="*/ 8662 w 758584"/>
              <a:gd name="connsiteY3" fmla="*/ 1328286 h 1328286"/>
              <a:gd name="connsiteX0" fmla="*/ 8662 w 783984"/>
              <a:gd name="connsiteY0" fmla="*/ 1328286 h 1328487"/>
              <a:gd name="connsiteX1" fmla="*/ 0 w 783984"/>
              <a:gd name="connsiteY1" fmla="*/ 0 h 1328487"/>
              <a:gd name="connsiteX2" fmla="*/ 783984 w 783984"/>
              <a:gd name="connsiteY2" fmla="*/ 1328487 h 1328487"/>
              <a:gd name="connsiteX3" fmla="*/ 8662 w 783984"/>
              <a:gd name="connsiteY3" fmla="*/ 1328286 h 1328487"/>
              <a:gd name="connsiteX0" fmla="*/ 5487 w 780809"/>
              <a:gd name="connsiteY0" fmla="*/ 1347336 h 1347537"/>
              <a:gd name="connsiteX1" fmla="*/ 0 w 780809"/>
              <a:gd name="connsiteY1" fmla="*/ 0 h 1347537"/>
              <a:gd name="connsiteX2" fmla="*/ 780809 w 780809"/>
              <a:gd name="connsiteY2" fmla="*/ 1347537 h 1347537"/>
              <a:gd name="connsiteX3" fmla="*/ 5487 w 780809"/>
              <a:gd name="connsiteY3" fmla="*/ 1347336 h 1347537"/>
              <a:gd name="connsiteX0" fmla="*/ 5487 w 780809"/>
              <a:gd name="connsiteY0" fmla="*/ 1353686 h 1353887"/>
              <a:gd name="connsiteX1" fmla="*/ 0 w 780809"/>
              <a:gd name="connsiteY1" fmla="*/ 0 h 1353887"/>
              <a:gd name="connsiteX2" fmla="*/ 780809 w 780809"/>
              <a:gd name="connsiteY2" fmla="*/ 1353887 h 1353887"/>
              <a:gd name="connsiteX3" fmla="*/ 5487 w 780809"/>
              <a:gd name="connsiteY3" fmla="*/ 1353686 h 1353887"/>
              <a:gd name="connsiteX0" fmla="*/ 156 w 775478"/>
              <a:gd name="connsiteY0" fmla="*/ 1360036 h 1360237"/>
              <a:gd name="connsiteX1" fmla="*/ 32769 w 775478"/>
              <a:gd name="connsiteY1" fmla="*/ 0 h 1360237"/>
              <a:gd name="connsiteX2" fmla="*/ 775478 w 775478"/>
              <a:gd name="connsiteY2" fmla="*/ 1360237 h 1360237"/>
              <a:gd name="connsiteX3" fmla="*/ 156 w 775478"/>
              <a:gd name="connsiteY3" fmla="*/ 1360036 h 1360237"/>
              <a:gd name="connsiteX0" fmla="*/ 745 w 776067"/>
              <a:gd name="connsiteY0" fmla="*/ 1360036 h 1360237"/>
              <a:gd name="connsiteX1" fmla="*/ 1608 w 776067"/>
              <a:gd name="connsiteY1" fmla="*/ 0 h 1360237"/>
              <a:gd name="connsiteX2" fmla="*/ 776067 w 776067"/>
              <a:gd name="connsiteY2" fmla="*/ 1360237 h 1360237"/>
              <a:gd name="connsiteX3" fmla="*/ 745 w 776067"/>
              <a:gd name="connsiteY3" fmla="*/ 1360036 h 1360237"/>
              <a:gd name="connsiteX0" fmla="*/ 745 w 776067"/>
              <a:gd name="connsiteY0" fmla="*/ 2027387 h 2027588"/>
              <a:gd name="connsiteX1" fmla="*/ 1608 w 776067"/>
              <a:gd name="connsiteY1" fmla="*/ 0 h 2027588"/>
              <a:gd name="connsiteX2" fmla="*/ 776067 w 776067"/>
              <a:gd name="connsiteY2" fmla="*/ 2027588 h 2027588"/>
              <a:gd name="connsiteX3" fmla="*/ 745 w 776067"/>
              <a:gd name="connsiteY3" fmla="*/ 2027387 h 2027588"/>
              <a:gd name="connsiteX0" fmla="*/ 68 w 775390"/>
              <a:gd name="connsiteY0" fmla="*/ 642825 h 643026"/>
              <a:gd name="connsiteX1" fmla="*/ 84454 w 775390"/>
              <a:gd name="connsiteY1" fmla="*/ 0 h 643026"/>
              <a:gd name="connsiteX2" fmla="*/ 775390 w 775390"/>
              <a:gd name="connsiteY2" fmla="*/ 643026 h 643026"/>
              <a:gd name="connsiteX3" fmla="*/ 68 w 775390"/>
              <a:gd name="connsiteY3" fmla="*/ 642825 h 643026"/>
              <a:gd name="connsiteX0" fmla="*/ 51 w 775373"/>
              <a:gd name="connsiteY0" fmla="*/ 1015468 h 1015669"/>
              <a:gd name="connsiteX1" fmla="*/ 116561 w 775373"/>
              <a:gd name="connsiteY1" fmla="*/ 0 h 1015669"/>
              <a:gd name="connsiteX2" fmla="*/ 775373 w 775373"/>
              <a:gd name="connsiteY2" fmla="*/ 1015669 h 1015669"/>
              <a:gd name="connsiteX3" fmla="*/ 51 w 775373"/>
              <a:gd name="connsiteY3" fmla="*/ 1015468 h 1015669"/>
              <a:gd name="connsiteX0" fmla="*/ 745 w 776067"/>
              <a:gd name="connsiteY0" fmla="*/ 1500547 h 1500748"/>
              <a:gd name="connsiteX1" fmla="*/ 1607 w 776067"/>
              <a:gd name="connsiteY1" fmla="*/ 0 h 1500748"/>
              <a:gd name="connsiteX2" fmla="*/ 776067 w 776067"/>
              <a:gd name="connsiteY2" fmla="*/ 1500748 h 1500748"/>
              <a:gd name="connsiteX3" fmla="*/ 745 w 776067"/>
              <a:gd name="connsiteY3" fmla="*/ 1500547 h 1500748"/>
              <a:gd name="connsiteX0" fmla="*/ 745 w 776067"/>
              <a:gd name="connsiteY0" fmla="*/ 1127904 h 1128105"/>
              <a:gd name="connsiteX1" fmla="*/ 1607 w 776067"/>
              <a:gd name="connsiteY1" fmla="*/ 0 h 1128105"/>
              <a:gd name="connsiteX2" fmla="*/ 776067 w 776067"/>
              <a:gd name="connsiteY2" fmla="*/ 1128105 h 1128105"/>
              <a:gd name="connsiteX3" fmla="*/ 745 w 776067"/>
              <a:gd name="connsiteY3" fmla="*/ 1127904 h 1128105"/>
              <a:gd name="connsiteX0" fmla="*/ 745 w 776067"/>
              <a:gd name="connsiteY0" fmla="*/ 1198578 h 1198779"/>
              <a:gd name="connsiteX1" fmla="*/ 1607 w 776067"/>
              <a:gd name="connsiteY1" fmla="*/ 0 h 1198779"/>
              <a:gd name="connsiteX2" fmla="*/ 776067 w 776067"/>
              <a:gd name="connsiteY2" fmla="*/ 1198779 h 1198779"/>
              <a:gd name="connsiteX3" fmla="*/ 745 w 776067"/>
              <a:gd name="connsiteY3" fmla="*/ 1198578 h 11987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76067" h="1198779">
                <a:moveTo>
                  <a:pt x="745" y="1198578"/>
                </a:moveTo>
                <a:cubicBezTo>
                  <a:pt x="-2142" y="755816"/>
                  <a:pt x="4494" y="442762"/>
                  <a:pt x="1607" y="0"/>
                </a:cubicBezTo>
                <a:lnTo>
                  <a:pt x="776067" y="1198779"/>
                </a:lnTo>
                <a:lnTo>
                  <a:pt x="745" y="1198578"/>
                </a:lnTo>
                <a:close/>
              </a:path>
            </a:pathLst>
          </a:custGeom>
          <a:solidFill>
            <a:schemeClr val="accent1">
              <a:alpha val="6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95000"/>
              </a:lnSpc>
            </a:pPr>
            <a:endParaRPr lang="en-US" sz="2000" err="1">
              <a:solidFill>
                <a:srgbClr val="FFFFFF"/>
              </a:solidFill>
            </a:endParaRPr>
          </a:p>
        </p:txBody>
      </p:sp>
      <p:sp>
        <p:nvSpPr>
          <p:cNvPr id="18" name="Text Placeholder 23"/>
          <p:cNvSpPr>
            <a:spLocks noGrp="1"/>
          </p:cNvSpPr>
          <p:nvPr>
            <p:ph type="body" sz="quarter" idx="11" hasCustomPrompt="1"/>
          </p:nvPr>
        </p:nvSpPr>
        <p:spPr>
          <a:xfrm>
            <a:off x="1160548" y="2063007"/>
            <a:ext cx="7339764" cy="195259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5397" b="0" i="0">
                <a:solidFill>
                  <a:schemeClr val="bg1"/>
                </a:solidFill>
                <a:latin typeface="Roboto Light" charset="0"/>
                <a:ea typeface="Roboto Light" charset="0"/>
                <a:cs typeface="Roboto Light" charset="0"/>
              </a:defRPr>
            </a:lvl1pPr>
            <a:lvl2pPr marL="456994" indent="0">
              <a:buNone/>
              <a:defRPr/>
            </a:lvl2pPr>
            <a:lvl3pPr marL="913989" indent="0">
              <a:buNone/>
              <a:defRPr/>
            </a:lvl3pPr>
            <a:lvl4pPr marL="1370984" indent="0">
              <a:buNone/>
              <a:defRPr/>
            </a:lvl4pPr>
            <a:lvl5pPr marL="1827978" indent="0">
              <a:buNone/>
              <a:defRPr/>
            </a:lvl5pPr>
          </a:lstStyle>
          <a:p>
            <a:pPr lvl="0"/>
            <a:r>
              <a:rPr lang="en-US"/>
              <a:t>Click here to add text</a:t>
            </a:r>
          </a:p>
        </p:txBody>
      </p:sp>
    </p:spTree>
    <p:extLst>
      <p:ext uri="{BB962C8B-B14F-4D97-AF65-F5344CB8AC3E}">
        <p14:creationId xmlns:p14="http://schemas.microsoft.com/office/powerpoint/2010/main" val="409619451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0"/>
            <a:ext cx="12188824" cy="6858000"/>
          </a:xfrm>
          <a:prstGeom prst="rect">
            <a:avLst/>
          </a:prstGeom>
        </p:spPr>
      </p:pic>
      <p:sp>
        <p:nvSpPr>
          <p:cNvPr id="6" name="Freeform 5"/>
          <p:cNvSpPr>
            <a:spLocks/>
          </p:cNvSpPr>
          <p:nvPr userDrawn="1"/>
        </p:nvSpPr>
        <p:spPr bwMode="auto">
          <a:xfrm>
            <a:off x="6885184" y="5000316"/>
            <a:ext cx="2699432" cy="1857685"/>
          </a:xfrm>
          <a:custGeom>
            <a:avLst/>
            <a:gdLst>
              <a:gd name="T0" fmla="*/ 0 w 3707"/>
              <a:gd name="T1" fmla="*/ 2548 h 2548"/>
              <a:gd name="T2" fmla="*/ 3707 w 3707"/>
              <a:gd name="T3" fmla="*/ 0 h 2548"/>
              <a:gd name="T4" fmla="*/ 3343 w 3707"/>
              <a:gd name="T5" fmla="*/ 2538 h 2548"/>
              <a:gd name="T6" fmla="*/ 0 w 3707"/>
              <a:gd name="T7" fmla="*/ 2548 h 2548"/>
              <a:gd name="connsiteX0" fmla="*/ 0 w 10000"/>
              <a:gd name="connsiteY0" fmla="*/ 10000 h 10000"/>
              <a:gd name="connsiteX1" fmla="*/ 10000 w 10000"/>
              <a:gd name="connsiteY1" fmla="*/ 0 h 10000"/>
              <a:gd name="connsiteX2" fmla="*/ 9018 w 10000"/>
              <a:gd name="connsiteY2" fmla="*/ 9984 h 10000"/>
              <a:gd name="connsiteX3" fmla="*/ 0 w 10000"/>
              <a:gd name="connsiteY3" fmla="*/ 10000 h 10000"/>
              <a:gd name="connsiteX0" fmla="*/ 0 w 10024"/>
              <a:gd name="connsiteY0" fmla="*/ 9877 h 9877"/>
              <a:gd name="connsiteX1" fmla="*/ 10024 w 10024"/>
              <a:gd name="connsiteY1" fmla="*/ 0 h 9877"/>
              <a:gd name="connsiteX2" fmla="*/ 9018 w 10024"/>
              <a:gd name="connsiteY2" fmla="*/ 9861 h 9877"/>
              <a:gd name="connsiteX3" fmla="*/ 0 w 10024"/>
              <a:gd name="connsiteY3" fmla="*/ 9877 h 9877"/>
              <a:gd name="connsiteX0" fmla="*/ 0 w 9974"/>
              <a:gd name="connsiteY0" fmla="*/ 10132 h 10132"/>
              <a:gd name="connsiteX1" fmla="*/ 9974 w 9974"/>
              <a:gd name="connsiteY1" fmla="*/ 0 h 10132"/>
              <a:gd name="connsiteX2" fmla="*/ 8996 w 9974"/>
              <a:gd name="connsiteY2" fmla="*/ 10116 h 10132"/>
              <a:gd name="connsiteX3" fmla="*/ 0 w 9974"/>
              <a:gd name="connsiteY3" fmla="*/ 10132 h 10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974" h="10132">
                <a:moveTo>
                  <a:pt x="0" y="10132"/>
                </a:moveTo>
                <a:lnTo>
                  <a:pt x="9974" y="0"/>
                </a:lnTo>
                <a:cubicBezTo>
                  <a:pt x="9648" y="3369"/>
                  <a:pt x="9323" y="6746"/>
                  <a:pt x="8996" y="10116"/>
                </a:cubicBezTo>
                <a:lnTo>
                  <a:pt x="0" y="10132"/>
                </a:lnTo>
                <a:close/>
              </a:path>
            </a:pathLst>
          </a:custGeom>
          <a:solidFill>
            <a:schemeClr val="accent1">
              <a:alpha val="90000"/>
            </a:schemeClr>
          </a:solidFill>
          <a:ln>
            <a:noFill/>
          </a:ln>
        </p:spPr>
        <p:txBody>
          <a:bodyPr vert="horz" wrap="square" lIns="60928" tIns="30464" rIns="60928" bIns="30464" numCol="1" anchor="t" anchorCtr="0" compatLnSpc="1">
            <a:prstTxWarp prst="textNoShape">
              <a:avLst/>
            </a:prstTxWarp>
          </a:bodyPr>
          <a:lstStyle/>
          <a:p>
            <a:r>
              <a:rPr lang="en-US" sz="1200">
                <a:solidFill>
                  <a:srgbClr val="373737"/>
                </a:solidFill>
              </a:rPr>
              <a:t>`</a:t>
            </a:r>
          </a:p>
        </p:txBody>
      </p:sp>
      <p:sp>
        <p:nvSpPr>
          <p:cNvPr id="18" name="Freeform 17"/>
          <p:cNvSpPr/>
          <p:nvPr userDrawn="1"/>
        </p:nvSpPr>
        <p:spPr>
          <a:xfrm>
            <a:off x="-9985" y="1610"/>
            <a:ext cx="9595159" cy="6865103"/>
          </a:xfrm>
          <a:custGeom>
            <a:avLst/>
            <a:gdLst>
              <a:gd name="connsiteX0" fmla="*/ 0 w 9595159"/>
              <a:gd name="connsiteY0" fmla="*/ 0 h 6865102"/>
              <a:gd name="connsiteX1" fmla="*/ 1927239 w 9595159"/>
              <a:gd name="connsiteY1" fmla="*/ 0 h 6865102"/>
              <a:gd name="connsiteX2" fmla="*/ 6715756 w 9595159"/>
              <a:gd name="connsiteY2" fmla="*/ 997734 h 6865102"/>
              <a:gd name="connsiteX3" fmla="*/ 9595159 w 9595159"/>
              <a:gd name="connsiteY3" fmla="*/ 4998284 h 6865102"/>
              <a:gd name="connsiteX4" fmla="*/ 7522445 w 9595159"/>
              <a:gd name="connsiteY4" fmla="*/ 6859281 h 6865102"/>
              <a:gd name="connsiteX5" fmla="*/ 0 w 9595159"/>
              <a:gd name="connsiteY5" fmla="*/ 6865102 h 68651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595159" h="6865102">
                <a:moveTo>
                  <a:pt x="0" y="0"/>
                </a:moveTo>
                <a:lnTo>
                  <a:pt x="1927239" y="0"/>
                </a:lnTo>
                <a:lnTo>
                  <a:pt x="6715756" y="997734"/>
                </a:lnTo>
                <a:lnTo>
                  <a:pt x="9595159" y="4998284"/>
                </a:lnTo>
                <a:lnTo>
                  <a:pt x="7522445" y="6859281"/>
                </a:lnTo>
                <a:lnTo>
                  <a:pt x="0" y="6865102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0928" tIns="30464" rIns="60928" bIns="3046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200">
              <a:solidFill>
                <a:srgbClr val="FFFFFF"/>
              </a:solidFill>
            </a:endParaRPr>
          </a:p>
        </p:txBody>
      </p:sp>
      <p:sp>
        <p:nvSpPr>
          <p:cNvPr id="7" name="Freeform: Shape 6"/>
          <p:cNvSpPr/>
          <p:nvPr userDrawn="1"/>
        </p:nvSpPr>
        <p:spPr>
          <a:xfrm>
            <a:off x="5703607" y="-4994"/>
            <a:ext cx="6487721" cy="4409963"/>
          </a:xfrm>
          <a:custGeom>
            <a:avLst/>
            <a:gdLst>
              <a:gd name="connsiteX0" fmla="*/ 0 w 9236676"/>
              <a:gd name="connsiteY0" fmla="*/ 0 h 6573795"/>
              <a:gd name="connsiteX1" fmla="*/ 4726459 w 9236676"/>
              <a:gd name="connsiteY1" fmla="*/ 6573795 h 6573795"/>
              <a:gd name="connsiteX2" fmla="*/ 9236676 w 9236676"/>
              <a:gd name="connsiteY2" fmla="*/ 2823519 h 6573795"/>
              <a:gd name="connsiteX3" fmla="*/ 9236676 w 9236676"/>
              <a:gd name="connsiteY3" fmla="*/ 12357 h 6573795"/>
              <a:gd name="connsiteX4" fmla="*/ 0 w 9236676"/>
              <a:gd name="connsiteY4" fmla="*/ 0 h 6573795"/>
              <a:gd name="connsiteX0" fmla="*/ 0 w 9236676"/>
              <a:gd name="connsiteY0" fmla="*/ 0 h 6326963"/>
              <a:gd name="connsiteX1" fmla="*/ 4824631 w 9236676"/>
              <a:gd name="connsiteY1" fmla="*/ 6326963 h 6326963"/>
              <a:gd name="connsiteX2" fmla="*/ 9236676 w 9236676"/>
              <a:gd name="connsiteY2" fmla="*/ 2823519 h 6326963"/>
              <a:gd name="connsiteX3" fmla="*/ 9236676 w 9236676"/>
              <a:gd name="connsiteY3" fmla="*/ 12357 h 6326963"/>
              <a:gd name="connsiteX4" fmla="*/ 0 w 9236676"/>
              <a:gd name="connsiteY4" fmla="*/ 0 h 6326963"/>
              <a:gd name="connsiteX0" fmla="*/ 0 w 9236676"/>
              <a:gd name="connsiteY0" fmla="*/ 0 h 6607454"/>
              <a:gd name="connsiteX1" fmla="*/ 4726459 w 9236676"/>
              <a:gd name="connsiteY1" fmla="*/ 6607454 h 6607454"/>
              <a:gd name="connsiteX2" fmla="*/ 9236676 w 9236676"/>
              <a:gd name="connsiteY2" fmla="*/ 2823519 h 6607454"/>
              <a:gd name="connsiteX3" fmla="*/ 9236676 w 9236676"/>
              <a:gd name="connsiteY3" fmla="*/ 12357 h 6607454"/>
              <a:gd name="connsiteX4" fmla="*/ 0 w 9236676"/>
              <a:gd name="connsiteY4" fmla="*/ 0 h 6607454"/>
              <a:gd name="connsiteX0" fmla="*/ 0 w 9236676"/>
              <a:gd name="connsiteY0" fmla="*/ 35327 h 6642781"/>
              <a:gd name="connsiteX1" fmla="*/ 4726459 w 9236676"/>
              <a:gd name="connsiteY1" fmla="*/ 6642781 h 6642781"/>
              <a:gd name="connsiteX2" fmla="*/ 9236676 w 9236676"/>
              <a:gd name="connsiteY2" fmla="*/ 2858846 h 6642781"/>
              <a:gd name="connsiteX3" fmla="*/ 8956185 w 9236676"/>
              <a:gd name="connsiteY3" fmla="*/ 0 h 6642781"/>
              <a:gd name="connsiteX4" fmla="*/ 0 w 9236676"/>
              <a:gd name="connsiteY4" fmla="*/ 35327 h 6642781"/>
              <a:gd name="connsiteX0" fmla="*/ 0 w 9236676"/>
              <a:gd name="connsiteY0" fmla="*/ 0 h 6607454"/>
              <a:gd name="connsiteX1" fmla="*/ 4726459 w 9236676"/>
              <a:gd name="connsiteY1" fmla="*/ 6607454 h 6607454"/>
              <a:gd name="connsiteX2" fmla="*/ 9236676 w 9236676"/>
              <a:gd name="connsiteY2" fmla="*/ 2823519 h 6607454"/>
              <a:gd name="connsiteX3" fmla="*/ 9208627 w 9236676"/>
              <a:gd name="connsiteY3" fmla="*/ 6747 h 6607454"/>
              <a:gd name="connsiteX4" fmla="*/ 0 w 9236676"/>
              <a:gd name="connsiteY4" fmla="*/ 0 h 6607454"/>
              <a:gd name="connsiteX0" fmla="*/ 0 w 9217041"/>
              <a:gd name="connsiteY0" fmla="*/ 0 h 6607454"/>
              <a:gd name="connsiteX1" fmla="*/ 4726459 w 9217041"/>
              <a:gd name="connsiteY1" fmla="*/ 6607454 h 6607454"/>
              <a:gd name="connsiteX2" fmla="*/ 9217041 w 9217041"/>
              <a:gd name="connsiteY2" fmla="*/ 2823519 h 6607454"/>
              <a:gd name="connsiteX3" fmla="*/ 9208627 w 9217041"/>
              <a:gd name="connsiteY3" fmla="*/ 6747 h 6607454"/>
              <a:gd name="connsiteX4" fmla="*/ 0 w 9217041"/>
              <a:gd name="connsiteY4" fmla="*/ 0 h 6607454"/>
              <a:gd name="connsiteX0" fmla="*/ 0 w 9217041"/>
              <a:gd name="connsiteY0" fmla="*/ 0 h 6607454"/>
              <a:gd name="connsiteX1" fmla="*/ 4726459 w 9217041"/>
              <a:gd name="connsiteY1" fmla="*/ 6607454 h 6607454"/>
              <a:gd name="connsiteX2" fmla="*/ 9217041 w 9217041"/>
              <a:gd name="connsiteY2" fmla="*/ 2823519 h 6607454"/>
              <a:gd name="connsiteX3" fmla="*/ 9183383 w 9217041"/>
              <a:gd name="connsiteY3" fmla="*/ 6747 h 6607454"/>
              <a:gd name="connsiteX4" fmla="*/ 0 w 9217041"/>
              <a:gd name="connsiteY4" fmla="*/ 0 h 6607454"/>
              <a:gd name="connsiteX0" fmla="*/ 0 w 9217041"/>
              <a:gd name="connsiteY0" fmla="*/ 0 h 6607454"/>
              <a:gd name="connsiteX1" fmla="*/ 4726459 w 9217041"/>
              <a:gd name="connsiteY1" fmla="*/ 6607454 h 6607454"/>
              <a:gd name="connsiteX2" fmla="*/ 9217041 w 9217041"/>
              <a:gd name="connsiteY2" fmla="*/ 2823519 h 6607454"/>
              <a:gd name="connsiteX3" fmla="*/ 9197407 w 9217041"/>
              <a:gd name="connsiteY3" fmla="*/ 6747 h 6607454"/>
              <a:gd name="connsiteX4" fmla="*/ 0 w 9217041"/>
              <a:gd name="connsiteY4" fmla="*/ 0 h 6607454"/>
              <a:gd name="connsiteX0" fmla="*/ 0 w 9231065"/>
              <a:gd name="connsiteY0" fmla="*/ 0 h 6607454"/>
              <a:gd name="connsiteX1" fmla="*/ 4740483 w 9231065"/>
              <a:gd name="connsiteY1" fmla="*/ 6607454 h 6607454"/>
              <a:gd name="connsiteX2" fmla="*/ 9231065 w 9231065"/>
              <a:gd name="connsiteY2" fmla="*/ 2823519 h 6607454"/>
              <a:gd name="connsiteX3" fmla="*/ 9211431 w 9231065"/>
              <a:gd name="connsiteY3" fmla="*/ 6747 h 6607454"/>
              <a:gd name="connsiteX4" fmla="*/ 0 w 9231065"/>
              <a:gd name="connsiteY4" fmla="*/ 0 h 6607454"/>
              <a:gd name="connsiteX0" fmla="*/ 0 w 9748791"/>
              <a:gd name="connsiteY0" fmla="*/ 0 h 6607454"/>
              <a:gd name="connsiteX1" fmla="*/ 4740483 w 9748791"/>
              <a:gd name="connsiteY1" fmla="*/ 6607454 h 6607454"/>
              <a:gd name="connsiteX2" fmla="*/ 9231065 w 9748791"/>
              <a:gd name="connsiteY2" fmla="*/ 2823519 h 6607454"/>
              <a:gd name="connsiteX3" fmla="*/ 9748781 w 9748791"/>
              <a:gd name="connsiteY3" fmla="*/ 18177 h 6607454"/>
              <a:gd name="connsiteX4" fmla="*/ 0 w 9748791"/>
              <a:gd name="connsiteY4" fmla="*/ 0 h 6607454"/>
              <a:gd name="connsiteX0" fmla="*/ 0 w 9749048"/>
              <a:gd name="connsiteY0" fmla="*/ 0 h 6607454"/>
              <a:gd name="connsiteX1" fmla="*/ 4740483 w 9749048"/>
              <a:gd name="connsiteY1" fmla="*/ 6607454 h 6607454"/>
              <a:gd name="connsiteX2" fmla="*/ 9734116 w 9749048"/>
              <a:gd name="connsiteY2" fmla="*/ 2389179 h 6607454"/>
              <a:gd name="connsiteX3" fmla="*/ 9748781 w 9749048"/>
              <a:gd name="connsiteY3" fmla="*/ 18177 h 6607454"/>
              <a:gd name="connsiteX4" fmla="*/ 0 w 9749048"/>
              <a:gd name="connsiteY4" fmla="*/ 0 h 6607454"/>
              <a:gd name="connsiteX0" fmla="*/ 0 w 9749048"/>
              <a:gd name="connsiteY0" fmla="*/ 0 h 6607454"/>
              <a:gd name="connsiteX1" fmla="*/ 4740483 w 9749048"/>
              <a:gd name="connsiteY1" fmla="*/ 6607454 h 6607454"/>
              <a:gd name="connsiteX2" fmla="*/ 9734116 w 9749048"/>
              <a:gd name="connsiteY2" fmla="*/ 2389179 h 6607454"/>
              <a:gd name="connsiteX3" fmla="*/ 9748781 w 9749048"/>
              <a:gd name="connsiteY3" fmla="*/ 8972 h 6607454"/>
              <a:gd name="connsiteX4" fmla="*/ 0 w 9749048"/>
              <a:gd name="connsiteY4" fmla="*/ 0 h 6607454"/>
              <a:gd name="connsiteX0" fmla="*/ 0 w 9734116"/>
              <a:gd name="connsiteY0" fmla="*/ 0 h 6607454"/>
              <a:gd name="connsiteX1" fmla="*/ 4740483 w 9734116"/>
              <a:gd name="connsiteY1" fmla="*/ 6607454 h 6607454"/>
              <a:gd name="connsiteX2" fmla="*/ 9734116 w 9734116"/>
              <a:gd name="connsiteY2" fmla="*/ 2389179 h 6607454"/>
              <a:gd name="connsiteX3" fmla="*/ 9699391 w 9734116"/>
              <a:gd name="connsiteY3" fmla="*/ 69321 h 6607454"/>
              <a:gd name="connsiteX4" fmla="*/ 0 w 9734116"/>
              <a:gd name="connsiteY4" fmla="*/ 0 h 6607454"/>
              <a:gd name="connsiteX0" fmla="*/ 0 w 9734116"/>
              <a:gd name="connsiteY0" fmla="*/ 7490 h 6614944"/>
              <a:gd name="connsiteX1" fmla="*/ 4740483 w 9734116"/>
              <a:gd name="connsiteY1" fmla="*/ 6614944 h 6614944"/>
              <a:gd name="connsiteX2" fmla="*/ 9734116 w 9734116"/>
              <a:gd name="connsiteY2" fmla="*/ 2396669 h 6614944"/>
              <a:gd name="connsiteX3" fmla="*/ 9732319 w 9734116"/>
              <a:gd name="connsiteY3" fmla="*/ 0 h 6614944"/>
              <a:gd name="connsiteX4" fmla="*/ 0 w 9734116"/>
              <a:gd name="connsiteY4" fmla="*/ 7490 h 66149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734116" h="6614944">
                <a:moveTo>
                  <a:pt x="0" y="7490"/>
                </a:moveTo>
                <a:lnTo>
                  <a:pt x="4740483" y="6614944"/>
                </a:lnTo>
                <a:lnTo>
                  <a:pt x="9734116" y="2396669"/>
                </a:lnTo>
                <a:cubicBezTo>
                  <a:pt x="9731311" y="1457745"/>
                  <a:pt x="9735124" y="938924"/>
                  <a:pt x="9732319" y="0"/>
                </a:cubicBezTo>
                <a:lnTo>
                  <a:pt x="0" y="7490"/>
                </a:lnTo>
                <a:close/>
              </a:path>
            </a:pathLst>
          </a:cu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0928" tIns="30464" rIns="60928" bIns="3046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200">
              <a:solidFill>
                <a:srgbClr val="FFFFFF"/>
              </a:solidFill>
            </a:endParaRPr>
          </a:p>
        </p:txBody>
      </p:sp>
      <p:sp>
        <p:nvSpPr>
          <p:cNvPr id="8" name="Right Triangle 7"/>
          <p:cNvSpPr/>
          <p:nvPr userDrawn="1"/>
        </p:nvSpPr>
        <p:spPr>
          <a:xfrm flipH="1">
            <a:off x="11856049" y="5935980"/>
            <a:ext cx="342765" cy="922021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0928" tIns="30464" rIns="60928" bIns="3046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200">
              <a:solidFill>
                <a:srgbClr val="FFFFFF"/>
              </a:solidFill>
            </a:endParaRPr>
          </a:p>
        </p:txBody>
      </p:sp>
      <p:sp>
        <p:nvSpPr>
          <p:cNvPr id="9" name="Freeform: Shape 8"/>
          <p:cNvSpPr/>
          <p:nvPr userDrawn="1"/>
        </p:nvSpPr>
        <p:spPr>
          <a:xfrm>
            <a:off x="1891575" y="-883"/>
            <a:ext cx="4485778" cy="935421"/>
          </a:xfrm>
          <a:custGeom>
            <a:avLst/>
            <a:gdLst>
              <a:gd name="connsiteX0" fmla="*/ 0 w 6664960"/>
              <a:gd name="connsiteY0" fmla="*/ 0 h 1471168"/>
              <a:gd name="connsiteX1" fmla="*/ 365760 w 6664960"/>
              <a:gd name="connsiteY1" fmla="*/ 0 h 1471168"/>
              <a:gd name="connsiteX2" fmla="*/ 6421120 w 6664960"/>
              <a:gd name="connsiteY2" fmla="*/ 1125728 h 1471168"/>
              <a:gd name="connsiteX3" fmla="*/ 6664960 w 6664960"/>
              <a:gd name="connsiteY3" fmla="*/ 1471168 h 1471168"/>
              <a:gd name="connsiteX4" fmla="*/ 0 w 6664960"/>
              <a:gd name="connsiteY4" fmla="*/ 0 h 1471168"/>
              <a:gd name="connsiteX0" fmla="*/ 0 w 6715760"/>
              <a:gd name="connsiteY0" fmla="*/ 0 h 1471168"/>
              <a:gd name="connsiteX1" fmla="*/ 416560 w 6715760"/>
              <a:gd name="connsiteY1" fmla="*/ 0 h 1471168"/>
              <a:gd name="connsiteX2" fmla="*/ 6471920 w 6715760"/>
              <a:gd name="connsiteY2" fmla="*/ 1125728 h 1471168"/>
              <a:gd name="connsiteX3" fmla="*/ 6715760 w 6715760"/>
              <a:gd name="connsiteY3" fmla="*/ 1471168 h 1471168"/>
              <a:gd name="connsiteX4" fmla="*/ 0 w 6715760"/>
              <a:gd name="connsiteY4" fmla="*/ 0 h 1471168"/>
              <a:gd name="connsiteX0" fmla="*/ 0 w 6742497"/>
              <a:gd name="connsiteY0" fmla="*/ 0 h 1471168"/>
              <a:gd name="connsiteX1" fmla="*/ 443297 w 6742497"/>
              <a:gd name="connsiteY1" fmla="*/ 0 h 1471168"/>
              <a:gd name="connsiteX2" fmla="*/ 6498657 w 6742497"/>
              <a:gd name="connsiteY2" fmla="*/ 1125728 h 1471168"/>
              <a:gd name="connsiteX3" fmla="*/ 6742497 w 6742497"/>
              <a:gd name="connsiteY3" fmla="*/ 1471168 h 1471168"/>
              <a:gd name="connsiteX4" fmla="*/ 0 w 6742497"/>
              <a:gd name="connsiteY4" fmla="*/ 0 h 1471168"/>
              <a:gd name="connsiteX0" fmla="*/ 0 w 6704397"/>
              <a:gd name="connsiteY0" fmla="*/ 0 h 1409936"/>
              <a:gd name="connsiteX1" fmla="*/ 443297 w 6704397"/>
              <a:gd name="connsiteY1" fmla="*/ 0 h 1409936"/>
              <a:gd name="connsiteX2" fmla="*/ 6498657 w 6704397"/>
              <a:gd name="connsiteY2" fmla="*/ 1125728 h 1409936"/>
              <a:gd name="connsiteX3" fmla="*/ 6704397 w 6704397"/>
              <a:gd name="connsiteY3" fmla="*/ 1409936 h 1409936"/>
              <a:gd name="connsiteX4" fmla="*/ 0 w 6704397"/>
              <a:gd name="connsiteY4" fmla="*/ 0 h 1409936"/>
              <a:gd name="connsiteX0" fmla="*/ 0 w 6728889"/>
              <a:gd name="connsiteY0" fmla="*/ 0 h 1409936"/>
              <a:gd name="connsiteX1" fmla="*/ 467789 w 6728889"/>
              <a:gd name="connsiteY1" fmla="*/ 0 h 1409936"/>
              <a:gd name="connsiteX2" fmla="*/ 6523149 w 6728889"/>
              <a:gd name="connsiteY2" fmla="*/ 1125728 h 1409936"/>
              <a:gd name="connsiteX3" fmla="*/ 6728889 w 6728889"/>
              <a:gd name="connsiteY3" fmla="*/ 1409936 h 1409936"/>
              <a:gd name="connsiteX4" fmla="*/ 0 w 6728889"/>
              <a:gd name="connsiteY4" fmla="*/ 0 h 1409936"/>
              <a:gd name="connsiteX0" fmla="*/ 0 w 6711200"/>
              <a:gd name="connsiteY0" fmla="*/ 4082 h 1409936"/>
              <a:gd name="connsiteX1" fmla="*/ 450100 w 6711200"/>
              <a:gd name="connsiteY1" fmla="*/ 0 h 1409936"/>
              <a:gd name="connsiteX2" fmla="*/ 6505460 w 6711200"/>
              <a:gd name="connsiteY2" fmla="*/ 1125728 h 1409936"/>
              <a:gd name="connsiteX3" fmla="*/ 6711200 w 6711200"/>
              <a:gd name="connsiteY3" fmla="*/ 1409936 h 1409936"/>
              <a:gd name="connsiteX4" fmla="*/ 0 w 6711200"/>
              <a:gd name="connsiteY4" fmla="*/ 4082 h 1409936"/>
              <a:gd name="connsiteX0" fmla="*/ 0 w 6724807"/>
              <a:gd name="connsiteY0" fmla="*/ 10885 h 1409936"/>
              <a:gd name="connsiteX1" fmla="*/ 463707 w 6724807"/>
              <a:gd name="connsiteY1" fmla="*/ 0 h 1409936"/>
              <a:gd name="connsiteX2" fmla="*/ 6519067 w 6724807"/>
              <a:gd name="connsiteY2" fmla="*/ 1125728 h 1409936"/>
              <a:gd name="connsiteX3" fmla="*/ 6724807 w 6724807"/>
              <a:gd name="connsiteY3" fmla="*/ 1409936 h 1409936"/>
              <a:gd name="connsiteX4" fmla="*/ 0 w 6724807"/>
              <a:gd name="connsiteY4" fmla="*/ 10885 h 1409936"/>
              <a:gd name="connsiteX0" fmla="*/ 0 w 6724807"/>
              <a:gd name="connsiteY0" fmla="*/ 4081 h 1403132"/>
              <a:gd name="connsiteX1" fmla="*/ 477314 w 6724807"/>
              <a:gd name="connsiteY1" fmla="*/ 0 h 1403132"/>
              <a:gd name="connsiteX2" fmla="*/ 6519067 w 6724807"/>
              <a:gd name="connsiteY2" fmla="*/ 1118924 h 1403132"/>
              <a:gd name="connsiteX3" fmla="*/ 6724807 w 6724807"/>
              <a:gd name="connsiteY3" fmla="*/ 1403132 h 1403132"/>
              <a:gd name="connsiteX4" fmla="*/ 0 w 6724807"/>
              <a:gd name="connsiteY4" fmla="*/ 4081 h 1403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24807" h="1403132">
                <a:moveTo>
                  <a:pt x="0" y="4081"/>
                </a:moveTo>
                <a:lnTo>
                  <a:pt x="477314" y="0"/>
                </a:lnTo>
                <a:lnTo>
                  <a:pt x="6519067" y="1118924"/>
                </a:lnTo>
                <a:lnTo>
                  <a:pt x="6724807" y="1403132"/>
                </a:lnTo>
                <a:lnTo>
                  <a:pt x="0" y="4081"/>
                </a:lnTo>
                <a:close/>
              </a:path>
            </a:pathLst>
          </a:custGeom>
          <a:solidFill>
            <a:schemeClr val="accent2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0928" tIns="30464" rIns="60928" bIns="3046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200">
              <a:solidFill>
                <a:srgbClr val="FFFFFF"/>
              </a:solidFill>
            </a:endParaRPr>
          </a:p>
        </p:txBody>
      </p:sp>
      <p:pic>
        <p:nvPicPr>
          <p:cNvPr id="11" name="Picture 10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2"/>
            <a:ext cx="12188822" cy="6857999"/>
          </a:xfrm>
          <a:prstGeom prst="rect">
            <a:avLst/>
          </a:prstGeom>
        </p:spPr>
      </p:pic>
      <p:sp>
        <p:nvSpPr>
          <p:cNvPr id="17" name="Text Placeholder 16"/>
          <p:cNvSpPr>
            <a:spLocks noGrp="1"/>
          </p:cNvSpPr>
          <p:nvPr>
            <p:ph type="body" sz="quarter" idx="10" hasCustomPrompt="1"/>
          </p:nvPr>
        </p:nvSpPr>
        <p:spPr>
          <a:xfrm>
            <a:off x="1182239" y="2113109"/>
            <a:ext cx="2282231" cy="426891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2399" b="0" i="0">
                <a:solidFill>
                  <a:schemeClr val="bg1"/>
                </a:solidFill>
                <a:latin typeface="Roboto" charset="0"/>
                <a:ea typeface="Roboto" charset="0"/>
                <a:cs typeface="Roboto" charset="0"/>
              </a:defRPr>
            </a:lvl1pPr>
            <a:lvl2pPr marL="456994" indent="0">
              <a:buNone/>
              <a:defRPr/>
            </a:lvl2pPr>
            <a:lvl3pPr marL="913989" indent="0">
              <a:buNone/>
              <a:defRPr/>
            </a:lvl3pPr>
            <a:lvl4pPr marL="1370984" indent="0">
              <a:buNone/>
              <a:defRPr/>
            </a:lvl4pPr>
            <a:lvl5pPr marL="1827978" indent="0">
              <a:buNone/>
              <a:defRPr/>
            </a:lvl5pPr>
          </a:lstStyle>
          <a:p>
            <a:pPr lvl="0"/>
            <a:r>
              <a:rPr lang="en-US"/>
              <a:t>04.01.17</a:t>
            </a:r>
          </a:p>
        </p:txBody>
      </p:sp>
      <p:sp>
        <p:nvSpPr>
          <p:cNvPr id="24" name="Text Placeholder 23"/>
          <p:cNvSpPr>
            <a:spLocks noGrp="1"/>
          </p:cNvSpPr>
          <p:nvPr>
            <p:ph type="body" sz="quarter" idx="11" hasCustomPrompt="1"/>
          </p:nvPr>
        </p:nvSpPr>
        <p:spPr>
          <a:xfrm>
            <a:off x="1160548" y="3103006"/>
            <a:ext cx="7339764" cy="157450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5397" b="0" i="0">
                <a:solidFill>
                  <a:schemeClr val="bg1"/>
                </a:solidFill>
                <a:latin typeface="Roboto Light" charset="0"/>
                <a:ea typeface="Roboto Light" charset="0"/>
                <a:cs typeface="Roboto Light" charset="0"/>
              </a:defRPr>
            </a:lvl1pPr>
            <a:lvl2pPr marL="456994" indent="0">
              <a:buNone/>
              <a:defRPr/>
            </a:lvl2pPr>
            <a:lvl3pPr marL="913989" indent="0">
              <a:buNone/>
              <a:defRPr/>
            </a:lvl3pPr>
            <a:lvl4pPr marL="1370984" indent="0">
              <a:buNone/>
              <a:defRPr/>
            </a:lvl4pPr>
            <a:lvl5pPr marL="1827978" indent="0">
              <a:buNone/>
              <a:defRPr/>
            </a:lvl5pPr>
          </a:lstStyle>
          <a:p>
            <a:pPr lvl="0"/>
            <a:r>
              <a:rPr lang="en-US"/>
              <a:t>Click here to add text</a:t>
            </a:r>
          </a:p>
        </p:txBody>
      </p:sp>
      <p:sp>
        <p:nvSpPr>
          <p:cNvPr id="26" name="Text Placeholder 25"/>
          <p:cNvSpPr>
            <a:spLocks noGrp="1"/>
          </p:cNvSpPr>
          <p:nvPr>
            <p:ph type="body" sz="quarter" idx="12" hasCustomPrompt="1"/>
          </p:nvPr>
        </p:nvSpPr>
        <p:spPr>
          <a:xfrm>
            <a:off x="1198514" y="4920181"/>
            <a:ext cx="3497769" cy="28957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="0" i="0">
                <a:solidFill>
                  <a:schemeClr val="bg1"/>
                </a:solidFill>
                <a:latin typeface="Roboto" charset="0"/>
                <a:ea typeface="Roboto" charset="0"/>
                <a:cs typeface="Roboto" charset="0"/>
              </a:defRPr>
            </a:lvl1pPr>
            <a:lvl2pPr marL="456994" indent="0">
              <a:buNone/>
              <a:defRPr/>
            </a:lvl2pPr>
            <a:lvl3pPr marL="913989" indent="0">
              <a:buNone/>
              <a:defRPr/>
            </a:lvl3pPr>
            <a:lvl4pPr marL="1370984" indent="0">
              <a:buNone/>
              <a:defRPr/>
            </a:lvl4pPr>
            <a:lvl5pPr marL="1827978" indent="0">
              <a:buNone/>
              <a:defRPr/>
            </a:lvl5pPr>
          </a:lstStyle>
          <a:p>
            <a:pPr lvl="0"/>
            <a:r>
              <a:rPr lang="en-US"/>
              <a:t>Speaker Name</a:t>
            </a:r>
          </a:p>
        </p:txBody>
      </p:sp>
      <p:sp>
        <p:nvSpPr>
          <p:cNvPr id="28" name="Text Placeholder 27"/>
          <p:cNvSpPr>
            <a:spLocks noGrp="1"/>
          </p:cNvSpPr>
          <p:nvPr>
            <p:ph type="body" sz="quarter" idx="13" hasCustomPrompt="1"/>
          </p:nvPr>
        </p:nvSpPr>
        <p:spPr>
          <a:xfrm>
            <a:off x="1186163" y="5289437"/>
            <a:ext cx="3510120" cy="29104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i="1">
                <a:solidFill>
                  <a:schemeClr val="bg1"/>
                </a:solidFill>
              </a:defRPr>
            </a:lvl1pPr>
            <a:lvl2pPr marL="456994" indent="0">
              <a:buNone/>
              <a:defRPr/>
            </a:lvl2pPr>
            <a:lvl3pPr marL="913989" indent="0">
              <a:buNone/>
              <a:defRPr/>
            </a:lvl3pPr>
            <a:lvl4pPr marL="1370984" indent="0">
              <a:buNone/>
              <a:defRPr/>
            </a:lvl4pPr>
            <a:lvl5pPr marL="1827978" indent="0">
              <a:buNone/>
              <a:defRPr/>
            </a:lvl5pPr>
          </a:lstStyle>
          <a:p>
            <a:pPr lvl="0"/>
            <a:r>
              <a:rPr lang="en-US"/>
              <a:t>Speaker Title or Email</a:t>
            </a:r>
          </a:p>
        </p:txBody>
      </p:sp>
      <p:pic>
        <p:nvPicPr>
          <p:cNvPr id="15" name="Picture 14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4421" y="6006042"/>
            <a:ext cx="2464597" cy="8519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765264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ig Idea slide">
    <p:bg>
      <p:bgPr>
        <a:solidFill>
          <a:schemeClr val="bg1">
            <a:alpha val="86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riangle 4"/>
          <p:cNvSpPr/>
          <p:nvPr userDrawn="1"/>
        </p:nvSpPr>
        <p:spPr>
          <a:xfrm>
            <a:off x="-745" y="5497964"/>
            <a:ext cx="776067" cy="1360237"/>
          </a:xfrm>
          <a:custGeom>
            <a:avLst/>
            <a:gdLst>
              <a:gd name="connsiteX0" fmla="*/ 0 w 1060704"/>
              <a:gd name="connsiteY0" fmla="*/ 914400 h 914400"/>
              <a:gd name="connsiteX1" fmla="*/ 530352 w 1060704"/>
              <a:gd name="connsiteY1" fmla="*/ 0 h 914400"/>
              <a:gd name="connsiteX2" fmla="*/ 1060704 w 1060704"/>
              <a:gd name="connsiteY2" fmla="*/ 914400 h 914400"/>
              <a:gd name="connsiteX3" fmla="*/ 0 w 1060704"/>
              <a:gd name="connsiteY3" fmla="*/ 914400 h 914400"/>
              <a:gd name="connsiteX0" fmla="*/ 8662 w 1069366"/>
              <a:gd name="connsiteY0" fmla="*/ 1328286 h 1328286"/>
              <a:gd name="connsiteX1" fmla="*/ 0 w 1069366"/>
              <a:gd name="connsiteY1" fmla="*/ 0 h 1328286"/>
              <a:gd name="connsiteX2" fmla="*/ 1069366 w 1069366"/>
              <a:gd name="connsiteY2" fmla="*/ 1328286 h 1328286"/>
              <a:gd name="connsiteX3" fmla="*/ 8662 w 1069366"/>
              <a:gd name="connsiteY3" fmla="*/ 1328286 h 1328286"/>
              <a:gd name="connsiteX0" fmla="*/ 8662 w 578478"/>
              <a:gd name="connsiteY0" fmla="*/ 1328286 h 1337911"/>
              <a:gd name="connsiteX1" fmla="*/ 0 w 578478"/>
              <a:gd name="connsiteY1" fmla="*/ 0 h 1337911"/>
              <a:gd name="connsiteX2" fmla="*/ 578478 w 578478"/>
              <a:gd name="connsiteY2" fmla="*/ 1337911 h 1337911"/>
              <a:gd name="connsiteX3" fmla="*/ 8662 w 578478"/>
              <a:gd name="connsiteY3" fmla="*/ 1328286 h 1337911"/>
              <a:gd name="connsiteX0" fmla="*/ 8662 w 799859"/>
              <a:gd name="connsiteY0" fmla="*/ 1328286 h 1347537"/>
              <a:gd name="connsiteX1" fmla="*/ 0 w 799859"/>
              <a:gd name="connsiteY1" fmla="*/ 0 h 1347537"/>
              <a:gd name="connsiteX2" fmla="*/ 799859 w 799859"/>
              <a:gd name="connsiteY2" fmla="*/ 1347537 h 1347537"/>
              <a:gd name="connsiteX3" fmla="*/ 8662 w 799859"/>
              <a:gd name="connsiteY3" fmla="*/ 1328286 h 1347537"/>
              <a:gd name="connsiteX0" fmla="*/ 8662 w 758584"/>
              <a:gd name="connsiteY0" fmla="*/ 1328286 h 1328286"/>
              <a:gd name="connsiteX1" fmla="*/ 0 w 758584"/>
              <a:gd name="connsiteY1" fmla="*/ 0 h 1328286"/>
              <a:gd name="connsiteX2" fmla="*/ 758584 w 758584"/>
              <a:gd name="connsiteY2" fmla="*/ 1242762 h 1328286"/>
              <a:gd name="connsiteX3" fmla="*/ 8662 w 758584"/>
              <a:gd name="connsiteY3" fmla="*/ 1328286 h 1328286"/>
              <a:gd name="connsiteX0" fmla="*/ 8662 w 783984"/>
              <a:gd name="connsiteY0" fmla="*/ 1328286 h 1328487"/>
              <a:gd name="connsiteX1" fmla="*/ 0 w 783984"/>
              <a:gd name="connsiteY1" fmla="*/ 0 h 1328487"/>
              <a:gd name="connsiteX2" fmla="*/ 783984 w 783984"/>
              <a:gd name="connsiteY2" fmla="*/ 1328487 h 1328487"/>
              <a:gd name="connsiteX3" fmla="*/ 8662 w 783984"/>
              <a:gd name="connsiteY3" fmla="*/ 1328286 h 1328487"/>
              <a:gd name="connsiteX0" fmla="*/ 5487 w 780809"/>
              <a:gd name="connsiteY0" fmla="*/ 1347336 h 1347537"/>
              <a:gd name="connsiteX1" fmla="*/ 0 w 780809"/>
              <a:gd name="connsiteY1" fmla="*/ 0 h 1347537"/>
              <a:gd name="connsiteX2" fmla="*/ 780809 w 780809"/>
              <a:gd name="connsiteY2" fmla="*/ 1347537 h 1347537"/>
              <a:gd name="connsiteX3" fmla="*/ 5487 w 780809"/>
              <a:gd name="connsiteY3" fmla="*/ 1347336 h 1347537"/>
              <a:gd name="connsiteX0" fmla="*/ 5487 w 780809"/>
              <a:gd name="connsiteY0" fmla="*/ 1353686 h 1353887"/>
              <a:gd name="connsiteX1" fmla="*/ 0 w 780809"/>
              <a:gd name="connsiteY1" fmla="*/ 0 h 1353887"/>
              <a:gd name="connsiteX2" fmla="*/ 780809 w 780809"/>
              <a:gd name="connsiteY2" fmla="*/ 1353887 h 1353887"/>
              <a:gd name="connsiteX3" fmla="*/ 5487 w 780809"/>
              <a:gd name="connsiteY3" fmla="*/ 1353686 h 1353887"/>
              <a:gd name="connsiteX0" fmla="*/ 156 w 775478"/>
              <a:gd name="connsiteY0" fmla="*/ 1360036 h 1360237"/>
              <a:gd name="connsiteX1" fmla="*/ 32769 w 775478"/>
              <a:gd name="connsiteY1" fmla="*/ 0 h 1360237"/>
              <a:gd name="connsiteX2" fmla="*/ 775478 w 775478"/>
              <a:gd name="connsiteY2" fmla="*/ 1360237 h 1360237"/>
              <a:gd name="connsiteX3" fmla="*/ 156 w 775478"/>
              <a:gd name="connsiteY3" fmla="*/ 1360036 h 1360237"/>
              <a:gd name="connsiteX0" fmla="*/ 745 w 776067"/>
              <a:gd name="connsiteY0" fmla="*/ 1360036 h 1360237"/>
              <a:gd name="connsiteX1" fmla="*/ 1608 w 776067"/>
              <a:gd name="connsiteY1" fmla="*/ 0 h 1360237"/>
              <a:gd name="connsiteX2" fmla="*/ 776067 w 776067"/>
              <a:gd name="connsiteY2" fmla="*/ 1360237 h 1360237"/>
              <a:gd name="connsiteX3" fmla="*/ 745 w 776067"/>
              <a:gd name="connsiteY3" fmla="*/ 1360036 h 13602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76067" h="1360237">
                <a:moveTo>
                  <a:pt x="745" y="1360036"/>
                </a:moveTo>
                <a:cubicBezTo>
                  <a:pt x="-2142" y="917274"/>
                  <a:pt x="4495" y="442762"/>
                  <a:pt x="1608" y="0"/>
                </a:cubicBezTo>
                <a:lnTo>
                  <a:pt x="776067" y="1360237"/>
                </a:lnTo>
                <a:lnTo>
                  <a:pt x="745" y="1360036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95000"/>
              </a:lnSpc>
            </a:pPr>
            <a:endParaRPr lang="en-US" sz="2000" err="1">
              <a:solidFill>
                <a:srgbClr val="FFFFFF"/>
              </a:solidFill>
            </a:endParaRPr>
          </a:p>
        </p:txBody>
      </p:sp>
      <p:sp>
        <p:nvSpPr>
          <p:cNvPr id="6" name="Rectangle 5"/>
          <p:cNvSpPr/>
          <p:nvPr userDrawn="1"/>
        </p:nvSpPr>
        <p:spPr>
          <a:xfrm>
            <a:off x="0" y="5151890"/>
            <a:ext cx="2197100" cy="1704975"/>
          </a:xfrm>
          <a:custGeom>
            <a:avLst/>
            <a:gdLst>
              <a:gd name="connsiteX0" fmla="*/ 0 w 914400"/>
              <a:gd name="connsiteY0" fmla="*/ 0 h 914400"/>
              <a:gd name="connsiteX1" fmla="*/ 914400 w 914400"/>
              <a:gd name="connsiteY1" fmla="*/ 0 h 914400"/>
              <a:gd name="connsiteX2" fmla="*/ 914400 w 914400"/>
              <a:gd name="connsiteY2" fmla="*/ 914400 h 914400"/>
              <a:gd name="connsiteX3" fmla="*/ 0 w 914400"/>
              <a:gd name="connsiteY3" fmla="*/ 914400 h 914400"/>
              <a:gd name="connsiteX4" fmla="*/ 0 w 914400"/>
              <a:gd name="connsiteY4" fmla="*/ 0 h 914400"/>
              <a:gd name="connsiteX0" fmla="*/ 0 w 914400"/>
              <a:gd name="connsiteY0" fmla="*/ 355600 h 1270000"/>
              <a:gd name="connsiteX1" fmla="*/ 0 w 914400"/>
              <a:gd name="connsiteY1" fmla="*/ 0 h 1270000"/>
              <a:gd name="connsiteX2" fmla="*/ 914400 w 914400"/>
              <a:gd name="connsiteY2" fmla="*/ 1270000 h 1270000"/>
              <a:gd name="connsiteX3" fmla="*/ 0 w 914400"/>
              <a:gd name="connsiteY3" fmla="*/ 1270000 h 1270000"/>
              <a:gd name="connsiteX4" fmla="*/ 0 w 914400"/>
              <a:gd name="connsiteY4" fmla="*/ 355600 h 1270000"/>
              <a:gd name="connsiteX0" fmla="*/ 0 w 914400"/>
              <a:gd name="connsiteY0" fmla="*/ 352425 h 1266825"/>
              <a:gd name="connsiteX1" fmla="*/ 3175 w 914400"/>
              <a:gd name="connsiteY1" fmla="*/ 0 h 1266825"/>
              <a:gd name="connsiteX2" fmla="*/ 914400 w 914400"/>
              <a:gd name="connsiteY2" fmla="*/ 1266825 h 1266825"/>
              <a:gd name="connsiteX3" fmla="*/ 0 w 914400"/>
              <a:gd name="connsiteY3" fmla="*/ 1266825 h 1266825"/>
              <a:gd name="connsiteX4" fmla="*/ 0 w 914400"/>
              <a:gd name="connsiteY4" fmla="*/ 352425 h 1266825"/>
              <a:gd name="connsiteX0" fmla="*/ 0 w 2197100"/>
              <a:gd name="connsiteY0" fmla="*/ 352425 h 1704975"/>
              <a:gd name="connsiteX1" fmla="*/ 3175 w 2197100"/>
              <a:gd name="connsiteY1" fmla="*/ 0 h 1704975"/>
              <a:gd name="connsiteX2" fmla="*/ 2197100 w 2197100"/>
              <a:gd name="connsiteY2" fmla="*/ 1704975 h 1704975"/>
              <a:gd name="connsiteX3" fmla="*/ 0 w 2197100"/>
              <a:gd name="connsiteY3" fmla="*/ 1266825 h 1704975"/>
              <a:gd name="connsiteX4" fmla="*/ 0 w 2197100"/>
              <a:gd name="connsiteY4" fmla="*/ 352425 h 1704975"/>
              <a:gd name="connsiteX0" fmla="*/ 0 w 2197100"/>
              <a:gd name="connsiteY0" fmla="*/ 352425 h 1704975"/>
              <a:gd name="connsiteX1" fmla="*/ 3175 w 2197100"/>
              <a:gd name="connsiteY1" fmla="*/ 0 h 1704975"/>
              <a:gd name="connsiteX2" fmla="*/ 2197100 w 2197100"/>
              <a:gd name="connsiteY2" fmla="*/ 1704975 h 1704975"/>
              <a:gd name="connsiteX3" fmla="*/ 771525 w 2197100"/>
              <a:gd name="connsiteY3" fmla="*/ 1698625 h 1704975"/>
              <a:gd name="connsiteX4" fmla="*/ 0 w 2197100"/>
              <a:gd name="connsiteY4" fmla="*/ 352425 h 1704975"/>
              <a:gd name="connsiteX0" fmla="*/ 0 w 2197100"/>
              <a:gd name="connsiteY0" fmla="*/ 352425 h 1704975"/>
              <a:gd name="connsiteX1" fmla="*/ 3175 w 2197100"/>
              <a:gd name="connsiteY1" fmla="*/ 0 h 1704975"/>
              <a:gd name="connsiteX2" fmla="*/ 2197100 w 2197100"/>
              <a:gd name="connsiteY2" fmla="*/ 1704975 h 1704975"/>
              <a:gd name="connsiteX3" fmla="*/ 771525 w 2197100"/>
              <a:gd name="connsiteY3" fmla="*/ 1701800 h 1704975"/>
              <a:gd name="connsiteX4" fmla="*/ 0 w 2197100"/>
              <a:gd name="connsiteY4" fmla="*/ 352425 h 1704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97100" h="1704975">
                <a:moveTo>
                  <a:pt x="0" y="352425"/>
                </a:moveTo>
                <a:cubicBezTo>
                  <a:pt x="1058" y="234950"/>
                  <a:pt x="2117" y="117475"/>
                  <a:pt x="3175" y="0"/>
                </a:cubicBezTo>
                <a:lnTo>
                  <a:pt x="2197100" y="1704975"/>
                </a:lnTo>
                <a:lnTo>
                  <a:pt x="771525" y="1701800"/>
                </a:lnTo>
                <a:lnTo>
                  <a:pt x="0" y="352425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sp>
        <p:nvSpPr>
          <p:cNvPr id="7" name="Rectangle 5"/>
          <p:cNvSpPr/>
          <p:nvPr userDrawn="1"/>
        </p:nvSpPr>
        <p:spPr>
          <a:xfrm>
            <a:off x="5547870" y="1173205"/>
            <a:ext cx="6650458" cy="5684796"/>
          </a:xfrm>
          <a:custGeom>
            <a:avLst/>
            <a:gdLst>
              <a:gd name="connsiteX0" fmla="*/ 0 w 914400"/>
              <a:gd name="connsiteY0" fmla="*/ 0 h 914400"/>
              <a:gd name="connsiteX1" fmla="*/ 914400 w 914400"/>
              <a:gd name="connsiteY1" fmla="*/ 0 h 914400"/>
              <a:gd name="connsiteX2" fmla="*/ 914400 w 914400"/>
              <a:gd name="connsiteY2" fmla="*/ 914400 h 914400"/>
              <a:gd name="connsiteX3" fmla="*/ 0 w 914400"/>
              <a:gd name="connsiteY3" fmla="*/ 914400 h 914400"/>
              <a:gd name="connsiteX4" fmla="*/ 0 w 914400"/>
              <a:gd name="connsiteY4" fmla="*/ 0 h 914400"/>
              <a:gd name="connsiteX0" fmla="*/ 0 w 914400"/>
              <a:gd name="connsiteY0" fmla="*/ 355600 h 1270000"/>
              <a:gd name="connsiteX1" fmla="*/ 0 w 914400"/>
              <a:gd name="connsiteY1" fmla="*/ 0 h 1270000"/>
              <a:gd name="connsiteX2" fmla="*/ 914400 w 914400"/>
              <a:gd name="connsiteY2" fmla="*/ 1270000 h 1270000"/>
              <a:gd name="connsiteX3" fmla="*/ 0 w 914400"/>
              <a:gd name="connsiteY3" fmla="*/ 1270000 h 1270000"/>
              <a:gd name="connsiteX4" fmla="*/ 0 w 914400"/>
              <a:gd name="connsiteY4" fmla="*/ 355600 h 1270000"/>
              <a:gd name="connsiteX0" fmla="*/ 0 w 914400"/>
              <a:gd name="connsiteY0" fmla="*/ 352425 h 1266825"/>
              <a:gd name="connsiteX1" fmla="*/ 3175 w 914400"/>
              <a:gd name="connsiteY1" fmla="*/ 0 h 1266825"/>
              <a:gd name="connsiteX2" fmla="*/ 914400 w 914400"/>
              <a:gd name="connsiteY2" fmla="*/ 1266825 h 1266825"/>
              <a:gd name="connsiteX3" fmla="*/ 0 w 914400"/>
              <a:gd name="connsiteY3" fmla="*/ 1266825 h 1266825"/>
              <a:gd name="connsiteX4" fmla="*/ 0 w 914400"/>
              <a:gd name="connsiteY4" fmla="*/ 352425 h 1266825"/>
              <a:gd name="connsiteX0" fmla="*/ 0 w 2197100"/>
              <a:gd name="connsiteY0" fmla="*/ 352425 h 1704975"/>
              <a:gd name="connsiteX1" fmla="*/ 3175 w 2197100"/>
              <a:gd name="connsiteY1" fmla="*/ 0 h 1704975"/>
              <a:gd name="connsiteX2" fmla="*/ 2197100 w 2197100"/>
              <a:gd name="connsiteY2" fmla="*/ 1704975 h 1704975"/>
              <a:gd name="connsiteX3" fmla="*/ 0 w 2197100"/>
              <a:gd name="connsiteY3" fmla="*/ 1266825 h 1704975"/>
              <a:gd name="connsiteX4" fmla="*/ 0 w 2197100"/>
              <a:gd name="connsiteY4" fmla="*/ 352425 h 1704975"/>
              <a:gd name="connsiteX0" fmla="*/ 0 w 2197100"/>
              <a:gd name="connsiteY0" fmla="*/ 352425 h 1704975"/>
              <a:gd name="connsiteX1" fmla="*/ 3175 w 2197100"/>
              <a:gd name="connsiteY1" fmla="*/ 0 h 1704975"/>
              <a:gd name="connsiteX2" fmla="*/ 2197100 w 2197100"/>
              <a:gd name="connsiteY2" fmla="*/ 1704975 h 1704975"/>
              <a:gd name="connsiteX3" fmla="*/ 771525 w 2197100"/>
              <a:gd name="connsiteY3" fmla="*/ 1698625 h 1704975"/>
              <a:gd name="connsiteX4" fmla="*/ 0 w 2197100"/>
              <a:gd name="connsiteY4" fmla="*/ 352425 h 1704975"/>
              <a:gd name="connsiteX0" fmla="*/ 0 w 2197100"/>
              <a:gd name="connsiteY0" fmla="*/ 352425 h 1704975"/>
              <a:gd name="connsiteX1" fmla="*/ 3175 w 2197100"/>
              <a:gd name="connsiteY1" fmla="*/ 0 h 1704975"/>
              <a:gd name="connsiteX2" fmla="*/ 2197100 w 2197100"/>
              <a:gd name="connsiteY2" fmla="*/ 1704975 h 1704975"/>
              <a:gd name="connsiteX3" fmla="*/ 771525 w 2197100"/>
              <a:gd name="connsiteY3" fmla="*/ 1701800 h 1704975"/>
              <a:gd name="connsiteX4" fmla="*/ 0 w 2197100"/>
              <a:gd name="connsiteY4" fmla="*/ 352425 h 1704975"/>
              <a:gd name="connsiteX0" fmla="*/ 0 w 4229735"/>
              <a:gd name="connsiteY0" fmla="*/ 3888105 h 5240655"/>
              <a:gd name="connsiteX1" fmla="*/ 4229735 w 4229735"/>
              <a:gd name="connsiteY1" fmla="*/ 0 h 5240655"/>
              <a:gd name="connsiteX2" fmla="*/ 2197100 w 4229735"/>
              <a:gd name="connsiteY2" fmla="*/ 5240655 h 5240655"/>
              <a:gd name="connsiteX3" fmla="*/ 771525 w 4229735"/>
              <a:gd name="connsiteY3" fmla="*/ 5237480 h 5240655"/>
              <a:gd name="connsiteX4" fmla="*/ 0 w 4229735"/>
              <a:gd name="connsiteY4" fmla="*/ 3888105 h 5240655"/>
              <a:gd name="connsiteX0" fmla="*/ 2418715 w 6648450"/>
              <a:gd name="connsiteY0" fmla="*/ 3888105 h 5240655"/>
              <a:gd name="connsiteX1" fmla="*/ 6648450 w 6648450"/>
              <a:gd name="connsiteY1" fmla="*/ 0 h 5240655"/>
              <a:gd name="connsiteX2" fmla="*/ 4615815 w 6648450"/>
              <a:gd name="connsiteY2" fmla="*/ 5240655 h 5240655"/>
              <a:gd name="connsiteX3" fmla="*/ 0 w 6648450"/>
              <a:gd name="connsiteY3" fmla="*/ 5227320 h 5240655"/>
              <a:gd name="connsiteX4" fmla="*/ 2418715 w 6648450"/>
              <a:gd name="connsiteY4" fmla="*/ 3888105 h 5240655"/>
              <a:gd name="connsiteX0" fmla="*/ 2439035 w 6648450"/>
              <a:gd name="connsiteY0" fmla="*/ 4761865 h 5240655"/>
              <a:gd name="connsiteX1" fmla="*/ 6648450 w 6648450"/>
              <a:gd name="connsiteY1" fmla="*/ 0 h 5240655"/>
              <a:gd name="connsiteX2" fmla="*/ 4615815 w 6648450"/>
              <a:gd name="connsiteY2" fmla="*/ 5240655 h 5240655"/>
              <a:gd name="connsiteX3" fmla="*/ 0 w 6648450"/>
              <a:gd name="connsiteY3" fmla="*/ 5227320 h 5240655"/>
              <a:gd name="connsiteX4" fmla="*/ 2439035 w 6648450"/>
              <a:gd name="connsiteY4" fmla="*/ 4761865 h 5240655"/>
              <a:gd name="connsiteX0" fmla="*/ 1006475 w 6648450"/>
              <a:gd name="connsiteY0" fmla="*/ 4863465 h 5240655"/>
              <a:gd name="connsiteX1" fmla="*/ 6648450 w 6648450"/>
              <a:gd name="connsiteY1" fmla="*/ 0 h 5240655"/>
              <a:gd name="connsiteX2" fmla="*/ 4615815 w 6648450"/>
              <a:gd name="connsiteY2" fmla="*/ 5240655 h 5240655"/>
              <a:gd name="connsiteX3" fmla="*/ 0 w 6648450"/>
              <a:gd name="connsiteY3" fmla="*/ 5227320 h 5240655"/>
              <a:gd name="connsiteX4" fmla="*/ 1006475 w 6648450"/>
              <a:gd name="connsiteY4" fmla="*/ 4863465 h 5240655"/>
              <a:gd name="connsiteX0" fmla="*/ 1047726 w 6689701"/>
              <a:gd name="connsiteY0" fmla="*/ 4863465 h 5241071"/>
              <a:gd name="connsiteX1" fmla="*/ 6689701 w 6689701"/>
              <a:gd name="connsiteY1" fmla="*/ 0 h 5241071"/>
              <a:gd name="connsiteX2" fmla="*/ 4657066 w 6689701"/>
              <a:gd name="connsiteY2" fmla="*/ 5240655 h 5241071"/>
              <a:gd name="connsiteX3" fmla="*/ 0 w 6689701"/>
              <a:gd name="connsiteY3" fmla="*/ 5241071 h 5241071"/>
              <a:gd name="connsiteX4" fmla="*/ 1047726 w 6689701"/>
              <a:gd name="connsiteY4" fmla="*/ 4863465 h 5241071"/>
              <a:gd name="connsiteX0" fmla="*/ 1047726 w 6689701"/>
              <a:gd name="connsiteY0" fmla="*/ 4864273 h 5241879"/>
              <a:gd name="connsiteX1" fmla="*/ 1064227 w 6689701"/>
              <a:gd name="connsiteY1" fmla="*/ 4840402 h 5241879"/>
              <a:gd name="connsiteX2" fmla="*/ 6689701 w 6689701"/>
              <a:gd name="connsiteY2" fmla="*/ 808 h 5241879"/>
              <a:gd name="connsiteX3" fmla="*/ 4657066 w 6689701"/>
              <a:gd name="connsiteY3" fmla="*/ 5241463 h 5241879"/>
              <a:gd name="connsiteX4" fmla="*/ 0 w 6689701"/>
              <a:gd name="connsiteY4" fmla="*/ 5241879 h 5241879"/>
              <a:gd name="connsiteX5" fmla="*/ 1047726 w 6689701"/>
              <a:gd name="connsiteY5" fmla="*/ 4864273 h 5241879"/>
              <a:gd name="connsiteX0" fmla="*/ 882722 w 6689701"/>
              <a:gd name="connsiteY0" fmla="*/ 4933025 h 5241879"/>
              <a:gd name="connsiteX1" fmla="*/ 1064227 w 6689701"/>
              <a:gd name="connsiteY1" fmla="*/ 4840402 h 5241879"/>
              <a:gd name="connsiteX2" fmla="*/ 6689701 w 6689701"/>
              <a:gd name="connsiteY2" fmla="*/ 808 h 5241879"/>
              <a:gd name="connsiteX3" fmla="*/ 4657066 w 6689701"/>
              <a:gd name="connsiteY3" fmla="*/ 5241463 h 5241879"/>
              <a:gd name="connsiteX4" fmla="*/ 0 w 6689701"/>
              <a:gd name="connsiteY4" fmla="*/ 5241879 h 5241879"/>
              <a:gd name="connsiteX5" fmla="*/ 882722 w 6689701"/>
              <a:gd name="connsiteY5" fmla="*/ 4933025 h 5241879"/>
              <a:gd name="connsiteX0" fmla="*/ 882722 w 6689701"/>
              <a:gd name="connsiteY0" fmla="*/ 4933886 h 5242740"/>
              <a:gd name="connsiteX1" fmla="*/ 3360540 w 6689701"/>
              <a:gd name="connsiteY1" fmla="*/ 2703079 h 5242740"/>
              <a:gd name="connsiteX2" fmla="*/ 6689701 w 6689701"/>
              <a:gd name="connsiteY2" fmla="*/ 1669 h 5242740"/>
              <a:gd name="connsiteX3" fmla="*/ 4657066 w 6689701"/>
              <a:gd name="connsiteY3" fmla="*/ 5242324 h 5242740"/>
              <a:gd name="connsiteX4" fmla="*/ 0 w 6689701"/>
              <a:gd name="connsiteY4" fmla="*/ 5242740 h 5242740"/>
              <a:gd name="connsiteX5" fmla="*/ 882722 w 6689701"/>
              <a:gd name="connsiteY5" fmla="*/ 4933886 h 5242740"/>
              <a:gd name="connsiteX0" fmla="*/ 882722 w 6689701"/>
              <a:gd name="connsiteY0" fmla="*/ 4933945 h 5242799"/>
              <a:gd name="connsiteX1" fmla="*/ 3360540 w 6689701"/>
              <a:gd name="connsiteY1" fmla="*/ 2703138 h 5242799"/>
              <a:gd name="connsiteX2" fmla="*/ 6689701 w 6689701"/>
              <a:gd name="connsiteY2" fmla="*/ 1728 h 5242799"/>
              <a:gd name="connsiteX3" fmla="*/ 4657066 w 6689701"/>
              <a:gd name="connsiteY3" fmla="*/ 5242383 h 5242799"/>
              <a:gd name="connsiteX4" fmla="*/ 0 w 6689701"/>
              <a:gd name="connsiteY4" fmla="*/ 5242799 h 5242799"/>
              <a:gd name="connsiteX5" fmla="*/ 882722 w 6689701"/>
              <a:gd name="connsiteY5" fmla="*/ 4933945 h 5242799"/>
              <a:gd name="connsiteX0" fmla="*/ 882722 w 6951586"/>
              <a:gd name="connsiteY0" fmla="*/ 5684542 h 5993396"/>
              <a:gd name="connsiteX1" fmla="*/ 6653755 w 6951586"/>
              <a:gd name="connsiteY1" fmla="*/ 311775 h 5993396"/>
              <a:gd name="connsiteX2" fmla="*/ 6689701 w 6951586"/>
              <a:gd name="connsiteY2" fmla="*/ 752325 h 5993396"/>
              <a:gd name="connsiteX3" fmla="*/ 4657066 w 6951586"/>
              <a:gd name="connsiteY3" fmla="*/ 5992980 h 5993396"/>
              <a:gd name="connsiteX4" fmla="*/ 0 w 6951586"/>
              <a:gd name="connsiteY4" fmla="*/ 5993396 h 5993396"/>
              <a:gd name="connsiteX5" fmla="*/ 882722 w 6951586"/>
              <a:gd name="connsiteY5" fmla="*/ 5684542 h 5993396"/>
              <a:gd name="connsiteX0" fmla="*/ 882722 w 6689701"/>
              <a:gd name="connsiteY0" fmla="*/ 5372767 h 5681621"/>
              <a:gd name="connsiteX1" fmla="*/ 6653755 w 6689701"/>
              <a:gd name="connsiteY1" fmla="*/ 0 h 5681621"/>
              <a:gd name="connsiteX2" fmla="*/ 6689701 w 6689701"/>
              <a:gd name="connsiteY2" fmla="*/ 440550 h 5681621"/>
              <a:gd name="connsiteX3" fmla="*/ 4657066 w 6689701"/>
              <a:gd name="connsiteY3" fmla="*/ 5681205 h 5681621"/>
              <a:gd name="connsiteX4" fmla="*/ 0 w 6689701"/>
              <a:gd name="connsiteY4" fmla="*/ 5681621 h 5681621"/>
              <a:gd name="connsiteX5" fmla="*/ 882722 w 6689701"/>
              <a:gd name="connsiteY5" fmla="*/ 5372767 h 5681621"/>
              <a:gd name="connsiteX0" fmla="*/ 882722 w 6692133"/>
              <a:gd name="connsiteY0" fmla="*/ 5372767 h 5681621"/>
              <a:gd name="connsiteX1" fmla="*/ 6653755 w 6692133"/>
              <a:gd name="connsiteY1" fmla="*/ 0 h 5681621"/>
              <a:gd name="connsiteX2" fmla="*/ 6689701 w 6692133"/>
              <a:gd name="connsiteY2" fmla="*/ 440550 h 5681621"/>
              <a:gd name="connsiteX3" fmla="*/ 4657066 w 6692133"/>
              <a:gd name="connsiteY3" fmla="*/ 5681205 h 5681621"/>
              <a:gd name="connsiteX4" fmla="*/ 0 w 6692133"/>
              <a:gd name="connsiteY4" fmla="*/ 5681621 h 5681621"/>
              <a:gd name="connsiteX5" fmla="*/ 882722 w 6692133"/>
              <a:gd name="connsiteY5" fmla="*/ 5372767 h 5681621"/>
              <a:gd name="connsiteX0" fmla="*/ 882722 w 6653957"/>
              <a:gd name="connsiteY0" fmla="*/ 5372767 h 5681621"/>
              <a:gd name="connsiteX1" fmla="*/ 6653755 w 6653957"/>
              <a:gd name="connsiteY1" fmla="*/ 0 h 5681621"/>
              <a:gd name="connsiteX2" fmla="*/ 6545322 w 6653957"/>
              <a:gd name="connsiteY2" fmla="*/ 536803 h 5681621"/>
              <a:gd name="connsiteX3" fmla="*/ 4657066 w 6653957"/>
              <a:gd name="connsiteY3" fmla="*/ 5681205 h 5681621"/>
              <a:gd name="connsiteX4" fmla="*/ 0 w 6653957"/>
              <a:gd name="connsiteY4" fmla="*/ 5681621 h 5681621"/>
              <a:gd name="connsiteX5" fmla="*/ 882722 w 6653957"/>
              <a:gd name="connsiteY5" fmla="*/ 5372767 h 5681621"/>
              <a:gd name="connsiteX0" fmla="*/ 882722 w 6661976"/>
              <a:gd name="connsiteY0" fmla="*/ 5372767 h 5681621"/>
              <a:gd name="connsiteX1" fmla="*/ 6653755 w 6661976"/>
              <a:gd name="connsiteY1" fmla="*/ 0 h 5681621"/>
              <a:gd name="connsiteX2" fmla="*/ 6655325 w 6661976"/>
              <a:gd name="connsiteY2" fmla="*/ 474927 h 5681621"/>
              <a:gd name="connsiteX3" fmla="*/ 4657066 w 6661976"/>
              <a:gd name="connsiteY3" fmla="*/ 5681205 h 5681621"/>
              <a:gd name="connsiteX4" fmla="*/ 0 w 6661976"/>
              <a:gd name="connsiteY4" fmla="*/ 5681621 h 5681621"/>
              <a:gd name="connsiteX5" fmla="*/ 882722 w 6661976"/>
              <a:gd name="connsiteY5" fmla="*/ 5372767 h 5681621"/>
              <a:gd name="connsiteX0" fmla="*/ 882722 w 6655325"/>
              <a:gd name="connsiteY0" fmla="*/ 5372767 h 5681621"/>
              <a:gd name="connsiteX1" fmla="*/ 6653755 w 6655325"/>
              <a:gd name="connsiteY1" fmla="*/ 0 h 5681621"/>
              <a:gd name="connsiteX2" fmla="*/ 6655325 w 6655325"/>
              <a:gd name="connsiteY2" fmla="*/ 474927 h 5681621"/>
              <a:gd name="connsiteX3" fmla="*/ 4657066 w 6655325"/>
              <a:gd name="connsiteY3" fmla="*/ 5681205 h 5681621"/>
              <a:gd name="connsiteX4" fmla="*/ 0 w 6655325"/>
              <a:gd name="connsiteY4" fmla="*/ 5681621 h 5681621"/>
              <a:gd name="connsiteX5" fmla="*/ 882722 w 6655325"/>
              <a:gd name="connsiteY5" fmla="*/ 5372767 h 5681621"/>
              <a:gd name="connsiteX0" fmla="*/ 882722 w 6656251"/>
              <a:gd name="connsiteY0" fmla="*/ 5372767 h 5681621"/>
              <a:gd name="connsiteX1" fmla="*/ 6653755 w 6656251"/>
              <a:gd name="connsiteY1" fmla="*/ 0 h 5681621"/>
              <a:gd name="connsiteX2" fmla="*/ 6655325 w 6656251"/>
              <a:gd name="connsiteY2" fmla="*/ 474927 h 5681621"/>
              <a:gd name="connsiteX3" fmla="*/ 4657066 w 6656251"/>
              <a:gd name="connsiteY3" fmla="*/ 5681205 h 5681621"/>
              <a:gd name="connsiteX4" fmla="*/ 0 w 6656251"/>
              <a:gd name="connsiteY4" fmla="*/ 5681621 h 5681621"/>
              <a:gd name="connsiteX5" fmla="*/ 882722 w 6656251"/>
              <a:gd name="connsiteY5" fmla="*/ 5372767 h 5681621"/>
              <a:gd name="connsiteX0" fmla="*/ 882722 w 6656251"/>
              <a:gd name="connsiteY0" fmla="*/ 5372767 h 5681621"/>
              <a:gd name="connsiteX1" fmla="*/ 6653755 w 6656251"/>
              <a:gd name="connsiteY1" fmla="*/ 0 h 5681621"/>
              <a:gd name="connsiteX2" fmla="*/ 6655325 w 6656251"/>
              <a:gd name="connsiteY2" fmla="*/ 474927 h 5681621"/>
              <a:gd name="connsiteX3" fmla="*/ 4657066 w 6656251"/>
              <a:gd name="connsiteY3" fmla="*/ 5681205 h 5681621"/>
              <a:gd name="connsiteX4" fmla="*/ 0 w 6656251"/>
              <a:gd name="connsiteY4" fmla="*/ 5681621 h 5681621"/>
              <a:gd name="connsiteX5" fmla="*/ 882722 w 6656251"/>
              <a:gd name="connsiteY5" fmla="*/ 5372767 h 5681621"/>
              <a:gd name="connsiteX0" fmla="*/ 882722 w 6661525"/>
              <a:gd name="connsiteY0" fmla="*/ 5375942 h 5684796"/>
              <a:gd name="connsiteX1" fmla="*/ 6660105 w 6661525"/>
              <a:gd name="connsiteY1" fmla="*/ 0 h 5684796"/>
              <a:gd name="connsiteX2" fmla="*/ 6655325 w 6661525"/>
              <a:gd name="connsiteY2" fmla="*/ 478102 h 5684796"/>
              <a:gd name="connsiteX3" fmla="*/ 4657066 w 6661525"/>
              <a:gd name="connsiteY3" fmla="*/ 5684380 h 5684796"/>
              <a:gd name="connsiteX4" fmla="*/ 0 w 6661525"/>
              <a:gd name="connsiteY4" fmla="*/ 5684796 h 5684796"/>
              <a:gd name="connsiteX5" fmla="*/ 882722 w 6661525"/>
              <a:gd name="connsiteY5" fmla="*/ 5375942 h 5684796"/>
              <a:gd name="connsiteX0" fmla="*/ 882722 w 6660105"/>
              <a:gd name="connsiteY0" fmla="*/ 5375942 h 5684796"/>
              <a:gd name="connsiteX1" fmla="*/ 6660105 w 6660105"/>
              <a:gd name="connsiteY1" fmla="*/ 0 h 5684796"/>
              <a:gd name="connsiteX2" fmla="*/ 6655325 w 6660105"/>
              <a:gd name="connsiteY2" fmla="*/ 478102 h 5684796"/>
              <a:gd name="connsiteX3" fmla="*/ 4657066 w 6660105"/>
              <a:gd name="connsiteY3" fmla="*/ 5684380 h 5684796"/>
              <a:gd name="connsiteX4" fmla="*/ 0 w 6660105"/>
              <a:gd name="connsiteY4" fmla="*/ 5684796 h 5684796"/>
              <a:gd name="connsiteX5" fmla="*/ 882722 w 6660105"/>
              <a:gd name="connsiteY5" fmla="*/ 5375942 h 5684796"/>
              <a:gd name="connsiteX0" fmla="*/ 882722 w 6661675"/>
              <a:gd name="connsiteY0" fmla="*/ 5375942 h 5684796"/>
              <a:gd name="connsiteX1" fmla="*/ 6660105 w 6661675"/>
              <a:gd name="connsiteY1" fmla="*/ 0 h 5684796"/>
              <a:gd name="connsiteX2" fmla="*/ 6661675 w 6661675"/>
              <a:gd name="connsiteY2" fmla="*/ 468577 h 5684796"/>
              <a:gd name="connsiteX3" fmla="*/ 4657066 w 6661675"/>
              <a:gd name="connsiteY3" fmla="*/ 5684380 h 5684796"/>
              <a:gd name="connsiteX4" fmla="*/ 0 w 6661675"/>
              <a:gd name="connsiteY4" fmla="*/ 5684796 h 5684796"/>
              <a:gd name="connsiteX5" fmla="*/ 882722 w 6661675"/>
              <a:gd name="connsiteY5" fmla="*/ 5375942 h 5684796"/>
              <a:gd name="connsiteX0" fmla="*/ 882722 w 6661675"/>
              <a:gd name="connsiteY0" fmla="*/ 5375942 h 5684796"/>
              <a:gd name="connsiteX1" fmla="*/ 6660105 w 6661675"/>
              <a:gd name="connsiteY1" fmla="*/ 0 h 5684796"/>
              <a:gd name="connsiteX2" fmla="*/ 6661675 w 6661675"/>
              <a:gd name="connsiteY2" fmla="*/ 468577 h 5684796"/>
              <a:gd name="connsiteX3" fmla="*/ 4657066 w 6661675"/>
              <a:gd name="connsiteY3" fmla="*/ 5684380 h 5684796"/>
              <a:gd name="connsiteX4" fmla="*/ 0 w 6661675"/>
              <a:gd name="connsiteY4" fmla="*/ 5684796 h 5684796"/>
              <a:gd name="connsiteX5" fmla="*/ 882722 w 6661675"/>
              <a:gd name="connsiteY5" fmla="*/ 5375942 h 5684796"/>
              <a:gd name="connsiteX0" fmla="*/ 882722 w 6661675"/>
              <a:gd name="connsiteY0" fmla="*/ 5375942 h 5684796"/>
              <a:gd name="connsiteX1" fmla="*/ 6660105 w 6661675"/>
              <a:gd name="connsiteY1" fmla="*/ 0 h 5684796"/>
              <a:gd name="connsiteX2" fmla="*/ 6661675 w 6661675"/>
              <a:gd name="connsiteY2" fmla="*/ 468577 h 5684796"/>
              <a:gd name="connsiteX3" fmla="*/ 4657066 w 6661675"/>
              <a:gd name="connsiteY3" fmla="*/ 5684380 h 5684796"/>
              <a:gd name="connsiteX4" fmla="*/ 0 w 6661675"/>
              <a:gd name="connsiteY4" fmla="*/ 5684796 h 5684796"/>
              <a:gd name="connsiteX5" fmla="*/ 882722 w 6661675"/>
              <a:gd name="connsiteY5" fmla="*/ 5375942 h 5684796"/>
              <a:gd name="connsiteX0" fmla="*/ 882722 w 6661675"/>
              <a:gd name="connsiteY0" fmla="*/ 5375942 h 5684796"/>
              <a:gd name="connsiteX1" fmla="*/ 6660105 w 6661675"/>
              <a:gd name="connsiteY1" fmla="*/ 0 h 5684796"/>
              <a:gd name="connsiteX2" fmla="*/ 6661675 w 6661675"/>
              <a:gd name="connsiteY2" fmla="*/ 468577 h 5684796"/>
              <a:gd name="connsiteX3" fmla="*/ 4657066 w 6661675"/>
              <a:gd name="connsiteY3" fmla="*/ 5684380 h 5684796"/>
              <a:gd name="connsiteX4" fmla="*/ 0 w 6661675"/>
              <a:gd name="connsiteY4" fmla="*/ 5684796 h 5684796"/>
              <a:gd name="connsiteX5" fmla="*/ 882722 w 6661675"/>
              <a:gd name="connsiteY5" fmla="*/ 5375942 h 5684796"/>
              <a:gd name="connsiteX0" fmla="*/ 882722 w 6661675"/>
              <a:gd name="connsiteY0" fmla="*/ 5375942 h 5684796"/>
              <a:gd name="connsiteX1" fmla="*/ 6660105 w 6661675"/>
              <a:gd name="connsiteY1" fmla="*/ 0 h 5684796"/>
              <a:gd name="connsiteX2" fmla="*/ 6661675 w 6661675"/>
              <a:gd name="connsiteY2" fmla="*/ 468577 h 5684796"/>
              <a:gd name="connsiteX3" fmla="*/ 6650458 w 6661675"/>
              <a:gd name="connsiteY3" fmla="*/ 5684380 h 5684796"/>
              <a:gd name="connsiteX4" fmla="*/ 0 w 6661675"/>
              <a:gd name="connsiteY4" fmla="*/ 5684796 h 5684796"/>
              <a:gd name="connsiteX5" fmla="*/ 882722 w 6661675"/>
              <a:gd name="connsiteY5" fmla="*/ 5375942 h 5684796"/>
              <a:gd name="connsiteX0" fmla="*/ 882722 w 6660105"/>
              <a:gd name="connsiteY0" fmla="*/ 5375942 h 5684796"/>
              <a:gd name="connsiteX1" fmla="*/ 6660105 w 6660105"/>
              <a:gd name="connsiteY1" fmla="*/ 0 h 5684796"/>
              <a:gd name="connsiteX2" fmla="*/ 6648975 w 6660105"/>
              <a:gd name="connsiteY2" fmla="*/ 474927 h 5684796"/>
              <a:gd name="connsiteX3" fmla="*/ 6650458 w 6660105"/>
              <a:gd name="connsiteY3" fmla="*/ 5684380 h 5684796"/>
              <a:gd name="connsiteX4" fmla="*/ 0 w 6660105"/>
              <a:gd name="connsiteY4" fmla="*/ 5684796 h 5684796"/>
              <a:gd name="connsiteX5" fmla="*/ 882722 w 6660105"/>
              <a:gd name="connsiteY5" fmla="*/ 5375942 h 5684796"/>
              <a:gd name="connsiteX0" fmla="*/ 882722 w 6650458"/>
              <a:gd name="connsiteY0" fmla="*/ 5375942 h 5684796"/>
              <a:gd name="connsiteX1" fmla="*/ 6647405 w 6650458"/>
              <a:gd name="connsiteY1" fmla="*/ 0 h 5684796"/>
              <a:gd name="connsiteX2" fmla="*/ 6648975 w 6650458"/>
              <a:gd name="connsiteY2" fmla="*/ 474927 h 5684796"/>
              <a:gd name="connsiteX3" fmla="*/ 6650458 w 6650458"/>
              <a:gd name="connsiteY3" fmla="*/ 5684380 h 5684796"/>
              <a:gd name="connsiteX4" fmla="*/ 0 w 6650458"/>
              <a:gd name="connsiteY4" fmla="*/ 5684796 h 5684796"/>
              <a:gd name="connsiteX5" fmla="*/ 882722 w 6650458"/>
              <a:gd name="connsiteY5" fmla="*/ 5375942 h 56847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650458" h="5684796">
                <a:moveTo>
                  <a:pt x="882722" y="5375942"/>
                </a:moveTo>
                <a:cubicBezTo>
                  <a:pt x="1060093" y="5309029"/>
                  <a:pt x="5653101" y="899477"/>
                  <a:pt x="6647405" y="0"/>
                </a:cubicBezTo>
                <a:cubicBezTo>
                  <a:pt x="6643182" y="184797"/>
                  <a:pt x="6647717" y="137848"/>
                  <a:pt x="6648975" y="474927"/>
                </a:cubicBezTo>
                <a:cubicBezTo>
                  <a:pt x="6649469" y="2211411"/>
                  <a:pt x="6649964" y="3947896"/>
                  <a:pt x="6650458" y="5684380"/>
                </a:cubicBezTo>
                <a:lnTo>
                  <a:pt x="0" y="5684796"/>
                </a:lnTo>
                <a:lnTo>
                  <a:pt x="882722" y="537594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sp>
        <p:nvSpPr>
          <p:cNvPr id="11" name="Triangle 4"/>
          <p:cNvSpPr/>
          <p:nvPr userDrawn="1"/>
        </p:nvSpPr>
        <p:spPr>
          <a:xfrm flipH="1" flipV="1">
            <a:off x="9598297" y="546"/>
            <a:ext cx="2590529" cy="3099495"/>
          </a:xfrm>
          <a:custGeom>
            <a:avLst/>
            <a:gdLst>
              <a:gd name="connsiteX0" fmla="*/ 0 w 1060704"/>
              <a:gd name="connsiteY0" fmla="*/ 914400 h 914400"/>
              <a:gd name="connsiteX1" fmla="*/ 530352 w 1060704"/>
              <a:gd name="connsiteY1" fmla="*/ 0 h 914400"/>
              <a:gd name="connsiteX2" fmla="*/ 1060704 w 1060704"/>
              <a:gd name="connsiteY2" fmla="*/ 914400 h 914400"/>
              <a:gd name="connsiteX3" fmla="*/ 0 w 1060704"/>
              <a:gd name="connsiteY3" fmla="*/ 914400 h 914400"/>
              <a:gd name="connsiteX0" fmla="*/ 8662 w 1069366"/>
              <a:gd name="connsiteY0" fmla="*/ 1328286 h 1328286"/>
              <a:gd name="connsiteX1" fmla="*/ 0 w 1069366"/>
              <a:gd name="connsiteY1" fmla="*/ 0 h 1328286"/>
              <a:gd name="connsiteX2" fmla="*/ 1069366 w 1069366"/>
              <a:gd name="connsiteY2" fmla="*/ 1328286 h 1328286"/>
              <a:gd name="connsiteX3" fmla="*/ 8662 w 1069366"/>
              <a:gd name="connsiteY3" fmla="*/ 1328286 h 1328286"/>
              <a:gd name="connsiteX0" fmla="*/ 8662 w 578478"/>
              <a:gd name="connsiteY0" fmla="*/ 1328286 h 1337911"/>
              <a:gd name="connsiteX1" fmla="*/ 0 w 578478"/>
              <a:gd name="connsiteY1" fmla="*/ 0 h 1337911"/>
              <a:gd name="connsiteX2" fmla="*/ 578478 w 578478"/>
              <a:gd name="connsiteY2" fmla="*/ 1337911 h 1337911"/>
              <a:gd name="connsiteX3" fmla="*/ 8662 w 578478"/>
              <a:gd name="connsiteY3" fmla="*/ 1328286 h 1337911"/>
              <a:gd name="connsiteX0" fmla="*/ 8662 w 799859"/>
              <a:gd name="connsiteY0" fmla="*/ 1328286 h 1347537"/>
              <a:gd name="connsiteX1" fmla="*/ 0 w 799859"/>
              <a:gd name="connsiteY1" fmla="*/ 0 h 1347537"/>
              <a:gd name="connsiteX2" fmla="*/ 799859 w 799859"/>
              <a:gd name="connsiteY2" fmla="*/ 1347537 h 1347537"/>
              <a:gd name="connsiteX3" fmla="*/ 8662 w 799859"/>
              <a:gd name="connsiteY3" fmla="*/ 1328286 h 1347537"/>
              <a:gd name="connsiteX0" fmla="*/ 8662 w 758584"/>
              <a:gd name="connsiteY0" fmla="*/ 1328286 h 1328286"/>
              <a:gd name="connsiteX1" fmla="*/ 0 w 758584"/>
              <a:gd name="connsiteY1" fmla="*/ 0 h 1328286"/>
              <a:gd name="connsiteX2" fmla="*/ 758584 w 758584"/>
              <a:gd name="connsiteY2" fmla="*/ 1242762 h 1328286"/>
              <a:gd name="connsiteX3" fmla="*/ 8662 w 758584"/>
              <a:gd name="connsiteY3" fmla="*/ 1328286 h 1328286"/>
              <a:gd name="connsiteX0" fmla="*/ 8662 w 783984"/>
              <a:gd name="connsiteY0" fmla="*/ 1328286 h 1328487"/>
              <a:gd name="connsiteX1" fmla="*/ 0 w 783984"/>
              <a:gd name="connsiteY1" fmla="*/ 0 h 1328487"/>
              <a:gd name="connsiteX2" fmla="*/ 783984 w 783984"/>
              <a:gd name="connsiteY2" fmla="*/ 1328487 h 1328487"/>
              <a:gd name="connsiteX3" fmla="*/ 8662 w 783984"/>
              <a:gd name="connsiteY3" fmla="*/ 1328286 h 1328487"/>
              <a:gd name="connsiteX0" fmla="*/ 5487 w 780809"/>
              <a:gd name="connsiteY0" fmla="*/ 1347336 h 1347537"/>
              <a:gd name="connsiteX1" fmla="*/ 0 w 780809"/>
              <a:gd name="connsiteY1" fmla="*/ 0 h 1347537"/>
              <a:gd name="connsiteX2" fmla="*/ 780809 w 780809"/>
              <a:gd name="connsiteY2" fmla="*/ 1347537 h 1347537"/>
              <a:gd name="connsiteX3" fmla="*/ 5487 w 780809"/>
              <a:gd name="connsiteY3" fmla="*/ 1347336 h 1347537"/>
              <a:gd name="connsiteX0" fmla="*/ 5487 w 780809"/>
              <a:gd name="connsiteY0" fmla="*/ 1353686 h 1353887"/>
              <a:gd name="connsiteX1" fmla="*/ 0 w 780809"/>
              <a:gd name="connsiteY1" fmla="*/ 0 h 1353887"/>
              <a:gd name="connsiteX2" fmla="*/ 780809 w 780809"/>
              <a:gd name="connsiteY2" fmla="*/ 1353887 h 1353887"/>
              <a:gd name="connsiteX3" fmla="*/ 5487 w 780809"/>
              <a:gd name="connsiteY3" fmla="*/ 1353686 h 1353887"/>
              <a:gd name="connsiteX0" fmla="*/ 156 w 775478"/>
              <a:gd name="connsiteY0" fmla="*/ 1360036 h 1360237"/>
              <a:gd name="connsiteX1" fmla="*/ 32769 w 775478"/>
              <a:gd name="connsiteY1" fmla="*/ 0 h 1360237"/>
              <a:gd name="connsiteX2" fmla="*/ 775478 w 775478"/>
              <a:gd name="connsiteY2" fmla="*/ 1360237 h 1360237"/>
              <a:gd name="connsiteX3" fmla="*/ 156 w 775478"/>
              <a:gd name="connsiteY3" fmla="*/ 1360036 h 1360237"/>
              <a:gd name="connsiteX0" fmla="*/ 745 w 776067"/>
              <a:gd name="connsiteY0" fmla="*/ 1360036 h 1360237"/>
              <a:gd name="connsiteX1" fmla="*/ 1608 w 776067"/>
              <a:gd name="connsiteY1" fmla="*/ 0 h 1360237"/>
              <a:gd name="connsiteX2" fmla="*/ 776067 w 776067"/>
              <a:gd name="connsiteY2" fmla="*/ 1360237 h 1360237"/>
              <a:gd name="connsiteX3" fmla="*/ 745 w 776067"/>
              <a:gd name="connsiteY3" fmla="*/ 1360036 h 1360237"/>
              <a:gd name="connsiteX0" fmla="*/ 745 w 776067"/>
              <a:gd name="connsiteY0" fmla="*/ 2027387 h 2027588"/>
              <a:gd name="connsiteX1" fmla="*/ 1608 w 776067"/>
              <a:gd name="connsiteY1" fmla="*/ 0 h 2027588"/>
              <a:gd name="connsiteX2" fmla="*/ 776067 w 776067"/>
              <a:gd name="connsiteY2" fmla="*/ 2027588 h 2027588"/>
              <a:gd name="connsiteX3" fmla="*/ 745 w 776067"/>
              <a:gd name="connsiteY3" fmla="*/ 2027387 h 2027588"/>
              <a:gd name="connsiteX0" fmla="*/ 68 w 775390"/>
              <a:gd name="connsiteY0" fmla="*/ 642825 h 643026"/>
              <a:gd name="connsiteX1" fmla="*/ 84454 w 775390"/>
              <a:gd name="connsiteY1" fmla="*/ 0 h 643026"/>
              <a:gd name="connsiteX2" fmla="*/ 775390 w 775390"/>
              <a:gd name="connsiteY2" fmla="*/ 643026 h 643026"/>
              <a:gd name="connsiteX3" fmla="*/ 68 w 775390"/>
              <a:gd name="connsiteY3" fmla="*/ 642825 h 643026"/>
              <a:gd name="connsiteX0" fmla="*/ 51 w 775373"/>
              <a:gd name="connsiteY0" fmla="*/ 1015468 h 1015669"/>
              <a:gd name="connsiteX1" fmla="*/ 116561 w 775373"/>
              <a:gd name="connsiteY1" fmla="*/ 0 h 1015669"/>
              <a:gd name="connsiteX2" fmla="*/ 775373 w 775373"/>
              <a:gd name="connsiteY2" fmla="*/ 1015669 h 1015669"/>
              <a:gd name="connsiteX3" fmla="*/ 51 w 775373"/>
              <a:gd name="connsiteY3" fmla="*/ 1015468 h 1015669"/>
              <a:gd name="connsiteX0" fmla="*/ 745 w 776067"/>
              <a:gd name="connsiteY0" fmla="*/ 1500547 h 1500748"/>
              <a:gd name="connsiteX1" fmla="*/ 1607 w 776067"/>
              <a:gd name="connsiteY1" fmla="*/ 0 h 1500748"/>
              <a:gd name="connsiteX2" fmla="*/ 776067 w 776067"/>
              <a:gd name="connsiteY2" fmla="*/ 1500748 h 1500748"/>
              <a:gd name="connsiteX3" fmla="*/ 745 w 776067"/>
              <a:gd name="connsiteY3" fmla="*/ 1500547 h 1500748"/>
              <a:gd name="connsiteX0" fmla="*/ 745 w 776067"/>
              <a:gd name="connsiteY0" fmla="*/ 1127904 h 1128105"/>
              <a:gd name="connsiteX1" fmla="*/ 1607 w 776067"/>
              <a:gd name="connsiteY1" fmla="*/ 0 h 1128105"/>
              <a:gd name="connsiteX2" fmla="*/ 776067 w 776067"/>
              <a:gd name="connsiteY2" fmla="*/ 1128105 h 1128105"/>
              <a:gd name="connsiteX3" fmla="*/ 745 w 776067"/>
              <a:gd name="connsiteY3" fmla="*/ 1127904 h 1128105"/>
              <a:gd name="connsiteX0" fmla="*/ 745 w 776067"/>
              <a:gd name="connsiteY0" fmla="*/ 1198578 h 1198779"/>
              <a:gd name="connsiteX1" fmla="*/ 1607 w 776067"/>
              <a:gd name="connsiteY1" fmla="*/ 0 h 1198779"/>
              <a:gd name="connsiteX2" fmla="*/ 776067 w 776067"/>
              <a:gd name="connsiteY2" fmla="*/ 1198779 h 1198779"/>
              <a:gd name="connsiteX3" fmla="*/ 745 w 776067"/>
              <a:gd name="connsiteY3" fmla="*/ 1198578 h 1198779"/>
              <a:gd name="connsiteX0" fmla="*/ 234382 w 1009704"/>
              <a:gd name="connsiteY0" fmla="*/ 1208483 h 1208684"/>
              <a:gd name="connsiteX1" fmla="*/ 0 w 1009704"/>
              <a:gd name="connsiteY1" fmla="*/ 0 h 1208684"/>
              <a:gd name="connsiteX2" fmla="*/ 1009704 w 1009704"/>
              <a:gd name="connsiteY2" fmla="*/ 1208684 h 1208684"/>
              <a:gd name="connsiteX3" fmla="*/ 234382 w 1009704"/>
              <a:gd name="connsiteY3" fmla="*/ 1208483 h 1208684"/>
              <a:gd name="connsiteX0" fmla="*/ 879 w 1010207"/>
              <a:gd name="connsiteY0" fmla="*/ 1208483 h 1208684"/>
              <a:gd name="connsiteX1" fmla="*/ 503 w 1010207"/>
              <a:gd name="connsiteY1" fmla="*/ 0 h 1208684"/>
              <a:gd name="connsiteX2" fmla="*/ 1010207 w 1010207"/>
              <a:gd name="connsiteY2" fmla="*/ 1208684 h 1208684"/>
              <a:gd name="connsiteX3" fmla="*/ 879 w 1010207"/>
              <a:gd name="connsiteY3" fmla="*/ 1208483 h 12086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10207" h="1208684">
                <a:moveTo>
                  <a:pt x="879" y="1208483"/>
                </a:moveTo>
                <a:cubicBezTo>
                  <a:pt x="-2008" y="765721"/>
                  <a:pt x="3390" y="442762"/>
                  <a:pt x="503" y="0"/>
                </a:cubicBezTo>
                <a:lnTo>
                  <a:pt x="1010207" y="1208684"/>
                </a:lnTo>
                <a:lnTo>
                  <a:pt x="879" y="1208483"/>
                </a:lnTo>
                <a:close/>
              </a:path>
            </a:pathLst>
          </a:custGeom>
          <a:solidFill>
            <a:schemeClr val="accent2">
              <a:alpha val="5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95000"/>
              </a:lnSpc>
            </a:pPr>
            <a:endParaRPr lang="en-US" sz="2000" err="1">
              <a:solidFill>
                <a:srgbClr val="FFFFFF"/>
              </a:solidFill>
            </a:endParaRPr>
          </a:p>
        </p:txBody>
      </p:sp>
      <p:sp>
        <p:nvSpPr>
          <p:cNvPr id="8" name="Triangle 4"/>
          <p:cNvSpPr/>
          <p:nvPr userDrawn="1"/>
        </p:nvSpPr>
        <p:spPr>
          <a:xfrm flipH="1">
            <a:off x="10209022" y="1656810"/>
            <a:ext cx="1990111" cy="5199455"/>
          </a:xfrm>
          <a:custGeom>
            <a:avLst/>
            <a:gdLst>
              <a:gd name="connsiteX0" fmla="*/ 0 w 1060704"/>
              <a:gd name="connsiteY0" fmla="*/ 914400 h 914400"/>
              <a:gd name="connsiteX1" fmla="*/ 530352 w 1060704"/>
              <a:gd name="connsiteY1" fmla="*/ 0 h 914400"/>
              <a:gd name="connsiteX2" fmla="*/ 1060704 w 1060704"/>
              <a:gd name="connsiteY2" fmla="*/ 914400 h 914400"/>
              <a:gd name="connsiteX3" fmla="*/ 0 w 1060704"/>
              <a:gd name="connsiteY3" fmla="*/ 914400 h 914400"/>
              <a:gd name="connsiteX0" fmla="*/ 8662 w 1069366"/>
              <a:gd name="connsiteY0" fmla="*/ 1328286 h 1328286"/>
              <a:gd name="connsiteX1" fmla="*/ 0 w 1069366"/>
              <a:gd name="connsiteY1" fmla="*/ 0 h 1328286"/>
              <a:gd name="connsiteX2" fmla="*/ 1069366 w 1069366"/>
              <a:gd name="connsiteY2" fmla="*/ 1328286 h 1328286"/>
              <a:gd name="connsiteX3" fmla="*/ 8662 w 1069366"/>
              <a:gd name="connsiteY3" fmla="*/ 1328286 h 1328286"/>
              <a:gd name="connsiteX0" fmla="*/ 8662 w 578478"/>
              <a:gd name="connsiteY0" fmla="*/ 1328286 h 1337911"/>
              <a:gd name="connsiteX1" fmla="*/ 0 w 578478"/>
              <a:gd name="connsiteY1" fmla="*/ 0 h 1337911"/>
              <a:gd name="connsiteX2" fmla="*/ 578478 w 578478"/>
              <a:gd name="connsiteY2" fmla="*/ 1337911 h 1337911"/>
              <a:gd name="connsiteX3" fmla="*/ 8662 w 578478"/>
              <a:gd name="connsiteY3" fmla="*/ 1328286 h 1337911"/>
              <a:gd name="connsiteX0" fmla="*/ 8662 w 799859"/>
              <a:gd name="connsiteY0" fmla="*/ 1328286 h 1347537"/>
              <a:gd name="connsiteX1" fmla="*/ 0 w 799859"/>
              <a:gd name="connsiteY1" fmla="*/ 0 h 1347537"/>
              <a:gd name="connsiteX2" fmla="*/ 799859 w 799859"/>
              <a:gd name="connsiteY2" fmla="*/ 1347537 h 1347537"/>
              <a:gd name="connsiteX3" fmla="*/ 8662 w 799859"/>
              <a:gd name="connsiteY3" fmla="*/ 1328286 h 1347537"/>
              <a:gd name="connsiteX0" fmla="*/ 8662 w 758584"/>
              <a:gd name="connsiteY0" fmla="*/ 1328286 h 1328286"/>
              <a:gd name="connsiteX1" fmla="*/ 0 w 758584"/>
              <a:gd name="connsiteY1" fmla="*/ 0 h 1328286"/>
              <a:gd name="connsiteX2" fmla="*/ 758584 w 758584"/>
              <a:gd name="connsiteY2" fmla="*/ 1242762 h 1328286"/>
              <a:gd name="connsiteX3" fmla="*/ 8662 w 758584"/>
              <a:gd name="connsiteY3" fmla="*/ 1328286 h 1328286"/>
              <a:gd name="connsiteX0" fmla="*/ 8662 w 783984"/>
              <a:gd name="connsiteY0" fmla="*/ 1328286 h 1328487"/>
              <a:gd name="connsiteX1" fmla="*/ 0 w 783984"/>
              <a:gd name="connsiteY1" fmla="*/ 0 h 1328487"/>
              <a:gd name="connsiteX2" fmla="*/ 783984 w 783984"/>
              <a:gd name="connsiteY2" fmla="*/ 1328487 h 1328487"/>
              <a:gd name="connsiteX3" fmla="*/ 8662 w 783984"/>
              <a:gd name="connsiteY3" fmla="*/ 1328286 h 1328487"/>
              <a:gd name="connsiteX0" fmla="*/ 5487 w 780809"/>
              <a:gd name="connsiteY0" fmla="*/ 1347336 h 1347537"/>
              <a:gd name="connsiteX1" fmla="*/ 0 w 780809"/>
              <a:gd name="connsiteY1" fmla="*/ 0 h 1347537"/>
              <a:gd name="connsiteX2" fmla="*/ 780809 w 780809"/>
              <a:gd name="connsiteY2" fmla="*/ 1347537 h 1347537"/>
              <a:gd name="connsiteX3" fmla="*/ 5487 w 780809"/>
              <a:gd name="connsiteY3" fmla="*/ 1347336 h 1347537"/>
              <a:gd name="connsiteX0" fmla="*/ 5487 w 780809"/>
              <a:gd name="connsiteY0" fmla="*/ 1353686 h 1353887"/>
              <a:gd name="connsiteX1" fmla="*/ 0 w 780809"/>
              <a:gd name="connsiteY1" fmla="*/ 0 h 1353887"/>
              <a:gd name="connsiteX2" fmla="*/ 780809 w 780809"/>
              <a:gd name="connsiteY2" fmla="*/ 1353887 h 1353887"/>
              <a:gd name="connsiteX3" fmla="*/ 5487 w 780809"/>
              <a:gd name="connsiteY3" fmla="*/ 1353686 h 1353887"/>
              <a:gd name="connsiteX0" fmla="*/ 156 w 775478"/>
              <a:gd name="connsiteY0" fmla="*/ 1360036 h 1360237"/>
              <a:gd name="connsiteX1" fmla="*/ 32769 w 775478"/>
              <a:gd name="connsiteY1" fmla="*/ 0 h 1360237"/>
              <a:gd name="connsiteX2" fmla="*/ 775478 w 775478"/>
              <a:gd name="connsiteY2" fmla="*/ 1360237 h 1360237"/>
              <a:gd name="connsiteX3" fmla="*/ 156 w 775478"/>
              <a:gd name="connsiteY3" fmla="*/ 1360036 h 1360237"/>
              <a:gd name="connsiteX0" fmla="*/ 745 w 776067"/>
              <a:gd name="connsiteY0" fmla="*/ 1360036 h 1360237"/>
              <a:gd name="connsiteX1" fmla="*/ 1608 w 776067"/>
              <a:gd name="connsiteY1" fmla="*/ 0 h 1360237"/>
              <a:gd name="connsiteX2" fmla="*/ 776067 w 776067"/>
              <a:gd name="connsiteY2" fmla="*/ 1360237 h 1360237"/>
              <a:gd name="connsiteX3" fmla="*/ 745 w 776067"/>
              <a:gd name="connsiteY3" fmla="*/ 1360036 h 1360237"/>
              <a:gd name="connsiteX0" fmla="*/ 745 w 776067"/>
              <a:gd name="connsiteY0" fmla="*/ 2027387 h 2027588"/>
              <a:gd name="connsiteX1" fmla="*/ 1608 w 776067"/>
              <a:gd name="connsiteY1" fmla="*/ 0 h 2027588"/>
              <a:gd name="connsiteX2" fmla="*/ 776067 w 776067"/>
              <a:gd name="connsiteY2" fmla="*/ 2027588 h 2027588"/>
              <a:gd name="connsiteX3" fmla="*/ 745 w 776067"/>
              <a:gd name="connsiteY3" fmla="*/ 2027387 h 20275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76067" h="2027588">
                <a:moveTo>
                  <a:pt x="745" y="2027387"/>
                </a:moveTo>
                <a:cubicBezTo>
                  <a:pt x="-2142" y="1584625"/>
                  <a:pt x="4495" y="442762"/>
                  <a:pt x="1608" y="0"/>
                </a:cubicBezTo>
                <a:lnTo>
                  <a:pt x="776067" y="2027588"/>
                </a:lnTo>
                <a:lnTo>
                  <a:pt x="745" y="2027387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95000"/>
              </a:lnSpc>
            </a:pPr>
            <a:endParaRPr lang="en-US" sz="2000" err="1">
              <a:solidFill>
                <a:srgbClr val="FFFFFF"/>
              </a:solidFill>
            </a:endParaRPr>
          </a:p>
        </p:txBody>
      </p:sp>
      <p:sp>
        <p:nvSpPr>
          <p:cNvPr id="9" name="Triangle 4"/>
          <p:cNvSpPr/>
          <p:nvPr userDrawn="1"/>
        </p:nvSpPr>
        <p:spPr>
          <a:xfrm flipH="1" flipV="1">
            <a:off x="10204703" y="-200"/>
            <a:ext cx="1990111" cy="3074095"/>
          </a:xfrm>
          <a:custGeom>
            <a:avLst/>
            <a:gdLst>
              <a:gd name="connsiteX0" fmla="*/ 0 w 1060704"/>
              <a:gd name="connsiteY0" fmla="*/ 914400 h 914400"/>
              <a:gd name="connsiteX1" fmla="*/ 530352 w 1060704"/>
              <a:gd name="connsiteY1" fmla="*/ 0 h 914400"/>
              <a:gd name="connsiteX2" fmla="*/ 1060704 w 1060704"/>
              <a:gd name="connsiteY2" fmla="*/ 914400 h 914400"/>
              <a:gd name="connsiteX3" fmla="*/ 0 w 1060704"/>
              <a:gd name="connsiteY3" fmla="*/ 914400 h 914400"/>
              <a:gd name="connsiteX0" fmla="*/ 8662 w 1069366"/>
              <a:gd name="connsiteY0" fmla="*/ 1328286 h 1328286"/>
              <a:gd name="connsiteX1" fmla="*/ 0 w 1069366"/>
              <a:gd name="connsiteY1" fmla="*/ 0 h 1328286"/>
              <a:gd name="connsiteX2" fmla="*/ 1069366 w 1069366"/>
              <a:gd name="connsiteY2" fmla="*/ 1328286 h 1328286"/>
              <a:gd name="connsiteX3" fmla="*/ 8662 w 1069366"/>
              <a:gd name="connsiteY3" fmla="*/ 1328286 h 1328286"/>
              <a:gd name="connsiteX0" fmla="*/ 8662 w 578478"/>
              <a:gd name="connsiteY0" fmla="*/ 1328286 h 1337911"/>
              <a:gd name="connsiteX1" fmla="*/ 0 w 578478"/>
              <a:gd name="connsiteY1" fmla="*/ 0 h 1337911"/>
              <a:gd name="connsiteX2" fmla="*/ 578478 w 578478"/>
              <a:gd name="connsiteY2" fmla="*/ 1337911 h 1337911"/>
              <a:gd name="connsiteX3" fmla="*/ 8662 w 578478"/>
              <a:gd name="connsiteY3" fmla="*/ 1328286 h 1337911"/>
              <a:gd name="connsiteX0" fmla="*/ 8662 w 799859"/>
              <a:gd name="connsiteY0" fmla="*/ 1328286 h 1347537"/>
              <a:gd name="connsiteX1" fmla="*/ 0 w 799859"/>
              <a:gd name="connsiteY1" fmla="*/ 0 h 1347537"/>
              <a:gd name="connsiteX2" fmla="*/ 799859 w 799859"/>
              <a:gd name="connsiteY2" fmla="*/ 1347537 h 1347537"/>
              <a:gd name="connsiteX3" fmla="*/ 8662 w 799859"/>
              <a:gd name="connsiteY3" fmla="*/ 1328286 h 1347537"/>
              <a:gd name="connsiteX0" fmla="*/ 8662 w 758584"/>
              <a:gd name="connsiteY0" fmla="*/ 1328286 h 1328286"/>
              <a:gd name="connsiteX1" fmla="*/ 0 w 758584"/>
              <a:gd name="connsiteY1" fmla="*/ 0 h 1328286"/>
              <a:gd name="connsiteX2" fmla="*/ 758584 w 758584"/>
              <a:gd name="connsiteY2" fmla="*/ 1242762 h 1328286"/>
              <a:gd name="connsiteX3" fmla="*/ 8662 w 758584"/>
              <a:gd name="connsiteY3" fmla="*/ 1328286 h 1328286"/>
              <a:gd name="connsiteX0" fmla="*/ 8662 w 783984"/>
              <a:gd name="connsiteY0" fmla="*/ 1328286 h 1328487"/>
              <a:gd name="connsiteX1" fmla="*/ 0 w 783984"/>
              <a:gd name="connsiteY1" fmla="*/ 0 h 1328487"/>
              <a:gd name="connsiteX2" fmla="*/ 783984 w 783984"/>
              <a:gd name="connsiteY2" fmla="*/ 1328487 h 1328487"/>
              <a:gd name="connsiteX3" fmla="*/ 8662 w 783984"/>
              <a:gd name="connsiteY3" fmla="*/ 1328286 h 1328487"/>
              <a:gd name="connsiteX0" fmla="*/ 5487 w 780809"/>
              <a:gd name="connsiteY0" fmla="*/ 1347336 h 1347537"/>
              <a:gd name="connsiteX1" fmla="*/ 0 w 780809"/>
              <a:gd name="connsiteY1" fmla="*/ 0 h 1347537"/>
              <a:gd name="connsiteX2" fmla="*/ 780809 w 780809"/>
              <a:gd name="connsiteY2" fmla="*/ 1347537 h 1347537"/>
              <a:gd name="connsiteX3" fmla="*/ 5487 w 780809"/>
              <a:gd name="connsiteY3" fmla="*/ 1347336 h 1347537"/>
              <a:gd name="connsiteX0" fmla="*/ 5487 w 780809"/>
              <a:gd name="connsiteY0" fmla="*/ 1353686 h 1353887"/>
              <a:gd name="connsiteX1" fmla="*/ 0 w 780809"/>
              <a:gd name="connsiteY1" fmla="*/ 0 h 1353887"/>
              <a:gd name="connsiteX2" fmla="*/ 780809 w 780809"/>
              <a:gd name="connsiteY2" fmla="*/ 1353887 h 1353887"/>
              <a:gd name="connsiteX3" fmla="*/ 5487 w 780809"/>
              <a:gd name="connsiteY3" fmla="*/ 1353686 h 1353887"/>
              <a:gd name="connsiteX0" fmla="*/ 156 w 775478"/>
              <a:gd name="connsiteY0" fmla="*/ 1360036 h 1360237"/>
              <a:gd name="connsiteX1" fmla="*/ 32769 w 775478"/>
              <a:gd name="connsiteY1" fmla="*/ 0 h 1360237"/>
              <a:gd name="connsiteX2" fmla="*/ 775478 w 775478"/>
              <a:gd name="connsiteY2" fmla="*/ 1360237 h 1360237"/>
              <a:gd name="connsiteX3" fmla="*/ 156 w 775478"/>
              <a:gd name="connsiteY3" fmla="*/ 1360036 h 1360237"/>
              <a:gd name="connsiteX0" fmla="*/ 745 w 776067"/>
              <a:gd name="connsiteY0" fmla="*/ 1360036 h 1360237"/>
              <a:gd name="connsiteX1" fmla="*/ 1608 w 776067"/>
              <a:gd name="connsiteY1" fmla="*/ 0 h 1360237"/>
              <a:gd name="connsiteX2" fmla="*/ 776067 w 776067"/>
              <a:gd name="connsiteY2" fmla="*/ 1360237 h 1360237"/>
              <a:gd name="connsiteX3" fmla="*/ 745 w 776067"/>
              <a:gd name="connsiteY3" fmla="*/ 1360036 h 1360237"/>
              <a:gd name="connsiteX0" fmla="*/ 745 w 776067"/>
              <a:gd name="connsiteY0" fmla="*/ 2027387 h 2027588"/>
              <a:gd name="connsiteX1" fmla="*/ 1608 w 776067"/>
              <a:gd name="connsiteY1" fmla="*/ 0 h 2027588"/>
              <a:gd name="connsiteX2" fmla="*/ 776067 w 776067"/>
              <a:gd name="connsiteY2" fmla="*/ 2027588 h 2027588"/>
              <a:gd name="connsiteX3" fmla="*/ 745 w 776067"/>
              <a:gd name="connsiteY3" fmla="*/ 2027387 h 2027588"/>
              <a:gd name="connsiteX0" fmla="*/ 68 w 775390"/>
              <a:gd name="connsiteY0" fmla="*/ 642825 h 643026"/>
              <a:gd name="connsiteX1" fmla="*/ 84454 w 775390"/>
              <a:gd name="connsiteY1" fmla="*/ 0 h 643026"/>
              <a:gd name="connsiteX2" fmla="*/ 775390 w 775390"/>
              <a:gd name="connsiteY2" fmla="*/ 643026 h 643026"/>
              <a:gd name="connsiteX3" fmla="*/ 68 w 775390"/>
              <a:gd name="connsiteY3" fmla="*/ 642825 h 643026"/>
              <a:gd name="connsiteX0" fmla="*/ 51 w 775373"/>
              <a:gd name="connsiteY0" fmla="*/ 1015468 h 1015669"/>
              <a:gd name="connsiteX1" fmla="*/ 116561 w 775373"/>
              <a:gd name="connsiteY1" fmla="*/ 0 h 1015669"/>
              <a:gd name="connsiteX2" fmla="*/ 775373 w 775373"/>
              <a:gd name="connsiteY2" fmla="*/ 1015669 h 1015669"/>
              <a:gd name="connsiteX3" fmla="*/ 51 w 775373"/>
              <a:gd name="connsiteY3" fmla="*/ 1015468 h 1015669"/>
              <a:gd name="connsiteX0" fmla="*/ 745 w 776067"/>
              <a:gd name="connsiteY0" fmla="*/ 1500547 h 1500748"/>
              <a:gd name="connsiteX1" fmla="*/ 1607 w 776067"/>
              <a:gd name="connsiteY1" fmla="*/ 0 h 1500748"/>
              <a:gd name="connsiteX2" fmla="*/ 776067 w 776067"/>
              <a:gd name="connsiteY2" fmla="*/ 1500748 h 1500748"/>
              <a:gd name="connsiteX3" fmla="*/ 745 w 776067"/>
              <a:gd name="connsiteY3" fmla="*/ 1500547 h 1500748"/>
              <a:gd name="connsiteX0" fmla="*/ 745 w 776067"/>
              <a:gd name="connsiteY0" fmla="*/ 1127904 h 1128105"/>
              <a:gd name="connsiteX1" fmla="*/ 1607 w 776067"/>
              <a:gd name="connsiteY1" fmla="*/ 0 h 1128105"/>
              <a:gd name="connsiteX2" fmla="*/ 776067 w 776067"/>
              <a:gd name="connsiteY2" fmla="*/ 1128105 h 1128105"/>
              <a:gd name="connsiteX3" fmla="*/ 745 w 776067"/>
              <a:gd name="connsiteY3" fmla="*/ 1127904 h 1128105"/>
              <a:gd name="connsiteX0" fmla="*/ 745 w 776067"/>
              <a:gd name="connsiteY0" fmla="*/ 1198578 h 1198779"/>
              <a:gd name="connsiteX1" fmla="*/ 1607 w 776067"/>
              <a:gd name="connsiteY1" fmla="*/ 0 h 1198779"/>
              <a:gd name="connsiteX2" fmla="*/ 776067 w 776067"/>
              <a:gd name="connsiteY2" fmla="*/ 1198779 h 1198779"/>
              <a:gd name="connsiteX3" fmla="*/ 745 w 776067"/>
              <a:gd name="connsiteY3" fmla="*/ 1198578 h 11987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76067" h="1198779">
                <a:moveTo>
                  <a:pt x="745" y="1198578"/>
                </a:moveTo>
                <a:cubicBezTo>
                  <a:pt x="-2142" y="755816"/>
                  <a:pt x="4494" y="442762"/>
                  <a:pt x="1607" y="0"/>
                </a:cubicBezTo>
                <a:lnTo>
                  <a:pt x="776067" y="1198779"/>
                </a:lnTo>
                <a:lnTo>
                  <a:pt x="745" y="1198578"/>
                </a:lnTo>
                <a:close/>
              </a:path>
            </a:pathLst>
          </a:custGeom>
          <a:solidFill>
            <a:schemeClr val="accent1">
              <a:alpha val="6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95000"/>
              </a:lnSpc>
            </a:pPr>
            <a:endParaRPr lang="en-US" sz="2000" err="1">
              <a:solidFill>
                <a:srgbClr val="FFFFFF"/>
              </a:solidFill>
            </a:endParaRPr>
          </a:p>
        </p:txBody>
      </p:sp>
      <p:sp>
        <p:nvSpPr>
          <p:cNvPr id="18" name="Text Placeholder 23"/>
          <p:cNvSpPr>
            <a:spLocks noGrp="1"/>
          </p:cNvSpPr>
          <p:nvPr>
            <p:ph type="body" sz="quarter" idx="11" hasCustomPrompt="1"/>
          </p:nvPr>
        </p:nvSpPr>
        <p:spPr>
          <a:xfrm>
            <a:off x="1160548" y="2063007"/>
            <a:ext cx="7339764" cy="195259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5397" b="0" i="0">
                <a:solidFill>
                  <a:srgbClr val="343433"/>
                </a:solidFill>
                <a:latin typeface="Roboto Light" charset="0"/>
                <a:ea typeface="Roboto Light" charset="0"/>
                <a:cs typeface="Roboto Light" charset="0"/>
              </a:defRPr>
            </a:lvl1pPr>
            <a:lvl2pPr marL="456994" indent="0">
              <a:buNone/>
              <a:defRPr/>
            </a:lvl2pPr>
            <a:lvl3pPr marL="913989" indent="0">
              <a:buNone/>
              <a:defRPr/>
            </a:lvl3pPr>
            <a:lvl4pPr marL="1370984" indent="0">
              <a:buNone/>
              <a:defRPr/>
            </a:lvl4pPr>
            <a:lvl5pPr marL="1827978" indent="0">
              <a:buNone/>
              <a:defRPr/>
            </a:lvl5pPr>
          </a:lstStyle>
          <a:p>
            <a:pPr lvl="0"/>
            <a:r>
              <a:rPr lang="en-US"/>
              <a:t>Click here to add text</a:t>
            </a:r>
          </a:p>
        </p:txBody>
      </p:sp>
    </p:spTree>
    <p:extLst>
      <p:ext uri="{BB962C8B-B14F-4D97-AF65-F5344CB8AC3E}">
        <p14:creationId xmlns:p14="http://schemas.microsoft.com/office/powerpoint/2010/main" val="752352561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 userDrawn="1"/>
        </p:nvSpPr>
        <p:spPr>
          <a:xfrm>
            <a:off x="0" y="0"/>
            <a:ext cx="12188825" cy="6858000"/>
          </a:xfrm>
          <a:prstGeom prst="rect">
            <a:avLst/>
          </a:prstGeom>
          <a:gradFill>
            <a:gsLst>
              <a:gs pos="0">
                <a:schemeClr val="accent1"/>
              </a:gs>
              <a:gs pos="49000">
                <a:schemeClr val="accent2"/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sp>
        <p:nvSpPr>
          <p:cNvPr id="3" name="Right Triangle 2"/>
          <p:cNvSpPr/>
          <p:nvPr userDrawn="1"/>
        </p:nvSpPr>
        <p:spPr>
          <a:xfrm flipH="1" flipV="1">
            <a:off x="11603699" y="1"/>
            <a:ext cx="585128" cy="1575171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sp>
        <p:nvSpPr>
          <p:cNvPr id="9" name="Rectangle 8"/>
          <p:cNvSpPr/>
          <p:nvPr userDrawn="1"/>
        </p:nvSpPr>
        <p:spPr>
          <a:xfrm>
            <a:off x="2" y="0"/>
            <a:ext cx="12188824" cy="6858000"/>
          </a:xfrm>
          <a:prstGeom prst="rect">
            <a:avLst/>
          </a:pr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sp>
        <p:nvSpPr>
          <p:cNvPr id="8" name="Text Placeholder 23"/>
          <p:cNvSpPr>
            <a:spLocks noGrp="1"/>
          </p:cNvSpPr>
          <p:nvPr>
            <p:ph type="body" sz="quarter" idx="11" hasCustomPrompt="1"/>
          </p:nvPr>
        </p:nvSpPr>
        <p:spPr>
          <a:xfrm>
            <a:off x="1160547" y="2063005"/>
            <a:ext cx="9520153" cy="347419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5399" b="0" i="0">
                <a:solidFill>
                  <a:schemeClr val="bg1"/>
                </a:solidFill>
                <a:latin typeface="Roboto Light" charset="0"/>
                <a:ea typeface="Roboto Light" charset="0"/>
                <a:cs typeface="Roboto Light" charset="0"/>
              </a:defRPr>
            </a:lvl1pPr>
            <a:lvl2pPr marL="456994" indent="0">
              <a:buNone/>
              <a:defRPr/>
            </a:lvl2pPr>
            <a:lvl3pPr marL="913989" indent="0">
              <a:buNone/>
              <a:defRPr/>
            </a:lvl3pPr>
            <a:lvl4pPr marL="1370984" indent="0">
              <a:buNone/>
              <a:defRPr/>
            </a:lvl4pPr>
            <a:lvl5pPr marL="1827978" indent="0">
              <a:buNone/>
              <a:defRPr/>
            </a:lvl5pPr>
          </a:lstStyle>
          <a:p>
            <a:pPr lvl="0"/>
            <a:r>
              <a:rPr lang="en-US"/>
              <a:t>Click here to add text</a:t>
            </a:r>
          </a:p>
        </p:txBody>
      </p:sp>
    </p:spTree>
    <p:extLst>
      <p:ext uri="{BB962C8B-B14F-4D97-AF65-F5344CB8AC3E}">
        <p14:creationId xmlns:p14="http://schemas.microsoft.com/office/powerpoint/2010/main" val="375968499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/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0"/>
          </p:nvPr>
        </p:nvSpPr>
        <p:spPr>
          <a:xfrm>
            <a:off x="482601" y="1658242"/>
            <a:ext cx="11195051" cy="4361559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163308327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/Subtitle/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13" hasCustomPrompt="1"/>
          </p:nvPr>
        </p:nvSpPr>
        <p:spPr>
          <a:xfrm>
            <a:off x="498309" y="1147982"/>
            <a:ext cx="11183937" cy="331601"/>
          </a:xfrm>
        </p:spPr>
        <p:txBody>
          <a:bodyPr anchor="t"/>
          <a:lstStyle>
            <a:lvl1pPr marL="0" indent="0">
              <a:buNone/>
              <a:defRPr sz="2399" i="0">
                <a:solidFill>
                  <a:schemeClr val="bg1">
                    <a:lumMod val="50000"/>
                  </a:schemeClr>
                </a:solidFill>
              </a:defRPr>
            </a:lvl1pPr>
            <a:lvl2pPr marL="169820" indent="0">
              <a:buNone/>
              <a:defRPr/>
            </a:lvl2pPr>
            <a:lvl3pPr marL="344401" indent="0">
              <a:buNone/>
              <a:defRPr/>
            </a:lvl3pPr>
            <a:lvl4pPr marL="458673" indent="0">
              <a:buNone/>
              <a:defRPr/>
            </a:lvl4pPr>
            <a:lvl5pPr marL="630080" indent="0">
              <a:buNone/>
              <a:defRPr/>
            </a:lvl5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4" name="Text Placeholder 9"/>
          <p:cNvSpPr>
            <a:spLocks noGrp="1"/>
          </p:cNvSpPr>
          <p:nvPr>
            <p:ph type="body" sz="quarter" idx="12"/>
          </p:nvPr>
        </p:nvSpPr>
        <p:spPr>
          <a:xfrm>
            <a:off x="493713" y="2178019"/>
            <a:ext cx="11183937" cy="366219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6673470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/Subtitle/Header/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13" hasCustomPrompt="1"/>
          </p:nvPr>
        </p:nvSpPr>
        <p:spPr>
          <a:xfrm>
            <a:off x="498309" y="1147982"/>
            <a:ext cx="11183937" cy="331601"/>
          </a:xfrm>
        </p:spPr>
        <p:txBody>
          <a:bodyPr anchor="t"/>
          <a:lstStyle>
            <a:lvl1pPr marL="0" indent="0">
              <a:buNone/>
              <a:defRPr sz="2399" i="0">
                <a:solidFill>
                  <a:schemeClr val="bg1">
                    <a:lumMod val="50000"/>
                  </a:schemeClr>
                </a:solidFill>
              </a:defRPr>
            </a:lvl1pPr>
            <a:lvl2pPr marL="169820" indent="0">
              <a:buNone/>
              <a:defRPr/>
            </a:lvl2pPr>
            <a:lvl3pPr marL="344401" indent="0">
              <a:buNone/>
              <a:defRPr/>
            </a:lvl3pPr>
            <a:lvl4pPr marL="458673" indent="0">
              <a:buNone/>
              <a:defRPr/>
            </a:lvl4pPr>
            <a:lvl5pPr marL="630080" indent="0">
              <a:buNone/>
              <a:defRPr/>
            </a:lvl5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5" name="Text Placeholder 2"/>
          <p:cNvSpPr>
            <a:spLocks noGrp="1"/>
          </p:cNvSpPr>
          <p:nvPr>
            <p:ph type="body" idx="1"/>
          </p:nvPr>
        </p:nvSpPr>
        <p:spPr>
          <a:xfrm>
            <a:off x="493713" y="1713926"/>
            <a:ext cx="11183936" cy="576839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 b="1">
                <a:solidFill>
                  <a:schemeClr val="accent2"/>
                </a:solidFill>
              </a:defRPr>
            </a:lvl1pPr>
            <a:lvl2pPr marL="456995" indent="0">
              <a:buNone/>
              <a:defRPr sz="2000" b="1"/>
            </a:lvl2pPr>
            <a:lvl3pPr marL="913989" indent="0">
              <a:buNone/>
              <a:defRPr sz="1800" b="1"/>
            </a:lvl3pPr>
            <a:lvl4pPr marL="1370984" indent="0">
              <a:buNone/>
              <a:defRPr sz="1600" b="1"/>
            </a:lvl4pPr>
            <a:lvl5pPr marL="1827978" indent="0">
              <a:buNone/>
              <a:defRPr sz="1600" b="1"/>
            </a:lvl5pPr>
            <a:lvl6pPr marL="2284971" indent="0">
              <a:buNone/>
              <a:defRPr sz="1600" b="1"/>
            </a:lvl6pPr>
            <a:lvl7pPr marL="2741965" indent="0">
              <a:buNone/>
              <a:defRPr sz="1600" b="1"/>
            </a:lvl7pPr>
            <a:lvl8pPr marL="3198960" indent="0">
              <a:buNone/>
              <a:defRPr sz="1600" b="1"/>
            </a:lvl8pPr>
            <a:lvl9pPr marL="3655955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Text Placeholder 9"/>
          <p:cNvSpPr>
            <a:spLocks noGrp="1"/>
          </p:cNvSpPr>
          <p:nvPr>
            <p:ph type="body" sz="quarter" idx="12"/>
          </p:nvPr>
        </p:nvSpPr>
        <p:spPr>
          <a:xfrm>
            <a:off x="493713" y="2522640"/>
            <a:ext cx="11183937" cy="3317573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511871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23"/>
          <p:cNvSpPr>
            <a:spLocks noGrp="1"/>
          </p:cNvSpPr>
          <p:nvPr>
            <p:ph type="body" sz="quarter" idx="11" hasCustomPrompt="1"/>
          </p:nvPr>
        </p:nvSpPr>
        <p:spPr>
          <a:xfrm>
            <a:off x="1160547" y="2063005"/>
            <a:ext cx="9520153" cy="347419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5399" b="0" i="0">
                <a:solidFill>
                  <a:schemeClr val="tx1"/>
                </a:solidFill>
                <a:latin typeface="Roboto Light" charset="0"/>
                <a:ea typeface="Roboto Light" charset="0"/>
                <a:cs typeface="Roboto Light" charset="0"/>
              </a:defRPr>
            </a:lvl1pPr>
            <a:lvl2pPr marL="456994" indent="0">
              <a:buNone/>
              <a:defRPr/>
            </a:lvl2pPr>
            <a:lvl3pPr marL="913989" indent="0">
              <a:buNone/>
              <a:defRPr/>
            </a:lvl3pPr>
            <a:lvl4pPr marL="1370984" indent="0">
              <a:buNone/>
              <a:defRPr/>
            </a:lvl4pPr>
            <a:lvl5pPr marL="1827978" indent="0">
              <a:buNone/>
              <a:defRPr/>
            </a:lvl5pPr>
          </a:lstStyle>
          <a:p>
            <a:pPr lvl="0"/>
            <a:r>
              <a:rPr lang="en-US"/>
              <a:t>Click here to add text</a:t>
            </a:r>
          </a:p>
        </p:txBody>
      </p:sp>
    </p:spTree>
    <p:extLst>
      <p:ext uri="{BB962C8B-B14F-4D97-AF65-F5344CB8AC3E}">
        <p14:creationId xmlns:p14="http://schemas.microsoft.com/office/powerpoint/2010/main" val="37066698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slideLayout" Target="../slideLayouts/slideLayout25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3.xml"/><Relationship Id="rId3" Type="http://schemas.openxmlformats.org/officeDocument/2006/relationships/slideLayout" Target="../slideLayouts/slideLayout28.xml"/><Relationship Id="rId7" Type="http://schemas.openxmlformats.org/officeDocument/2006/relationships/slideLayout" Target="../slideLayouts/slideLayout32.xml"/><Relationship Id="rId2" Type="http://schemas.openxmlformats.org/officeDocument/2006/relationships/slideLayout" Target="../slideLayouts/slideLayout27.xml"/><Relationship Id="rId1" Type="http://schemas.openxmlformats.org/officeDocument/2006/relationships/slideLayout" Target="../slideLayouts/slideLayout26.xml"/><Relationship Id="rId6" Type="http://schemas.openxmlformats.org/officeDocument/2006/relationships/slideLayout" Target="../slideLayouts/slideLayout31.xml"/><Relationship Id="rId11" Type="http://schemas.openxmlformats.org/officeDocument/2006/relationships/image" Target="../media/image1.emf"/><Relationship Id="rId5" Type="http://schemas.openxmlformats.org/officeDocument/2006/relationships/slideLayout" Target="../slideLayouts/slideLayout30.xml"/><Relationship Id="rId10" Type="http://schemas.openxmlformats.org/officeDocument/2006/relationships/image" Target="../media/image5.png"/><Relationship Id="rId4" Type="http://schemas.openxmlformats.org/officeDocument/2006/relationships/slideLayout" Target="../slideLayouts/slideLayout29.xml"/><Relationship Id="rId9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itle Placeholder 1"/>
          <p:cNvSpPr>
            <a:spLocks noGrp="1"/>
          </p:cNvSpPr>
          <p:nvPr userDrawn="1">
            <p:ph type="title"/>
          </p:nvPr>
        </p:nvSpPr>
        <p:spPr>
          <a:xfrm>
            <a:off x="482474" y="482602"/>
            <a:ext cx="11195177" cy="106679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Headline goes here, </a:t>
            </a:r>
            <a:r>
              <a:rPr lang="en-US" err="1"/>
              <a:t>Roboto</a:t>
            </a:r>
            <a:r>
              <a:rPr lang="en-US"/>
              <a:t> Light, 36 points</a:t>
            </a:r>
          </a:p>
        </p:txBody>
      </p:sp>
      <p:sp>
        <p:nvSpPr>
          <p:cNvPr id="38" name="Text Placeholder 2"/>
          <p:cNvSpPr>
            <a:spLocks noGrp="1"/>
          </p:cNvSpPr>
          <p:nvPr userDrawn="1">
            <p:ph type="body" idx="1"/>
          </p:nvPr>
        </p:nvSpPr>
        <p:spPr>
          <a:xfrm>
            <a:off x="1017530" y="1849301"/>
            <a:ext cx="10660120" cy="417049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</p:spTree>
    <p:extLst>
      <p:ext uri="{BB962C8B-B14F-4D97-AF65-F5344CB8AC3E}">
        <p14:creationId xmlns:p14="http://schemas.microsoft.com/office/powerpoint/2010/main" val="15693836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7" r:id="rId1"/>
    <p:sldLayoutId id="2147483711" r:id="rId2"/>
    <p:sldLayoutId id="2147483713" r:id="rId3"/>
    <p:sldLayoutId id="2147483712" r:id="rId4"/>
    <p:sldLayoutId id="2147483698" r:id="rId5"/>
    <p:sldLayoutId id="2147483710" r:id="rId6"/>
    <p:sldLayoutId id="2147483708" r:id="rId7"/>
    <p:sldLayoutId id="2147483709" r:id="rId8"/>
    <p:sldLayoutId id="2147483716" r:id="rId9"/>
    <p:sldLayoutId id="2147483720" r:id="rId10"/>
    <p:sldLayoutId id="2147483714" r:id="rId11"/>
    <p:sldLayoutId id="2147483715" r:id="rId12"/>
  </p:sldLayoutIdLst>
  <p:txStyles>
    <p:titleStyle>
      <a:lvl1pPr algn="l" defTabSz="914217" rtl="0" eaLnBrk="1" latinLnBrk="0" hangingPunct="1">
        <a:lnSpc>
          <a:spcPct val="90000"/>
        </a:lnSpc>
        <a:spcBef>
          <a:spcPct val="0"/>
        </a:spcBef>
        <a:buNone/>
        <a:defRPr sz="3600" b="0" i="0" kern="1200" baseline="0">
          <a:solidFill>
            <a:schemeClr val="tx1"/>
          </a:solidFill>
          <a:latin typeface="Roboto Light" charset="0"/>
          <a:ea typeface="Roboto Light" charset="0"/>
          <a:cs typeface="Roboto Light" charset="0"/>
        </a:defRPr>
      </a:lvl1pPr>
    </p:titleStyle>
    <p:bodyStyle>
      <a:lvl1pPr marL="173038" indent="-173038" algn="l" defTabSz="914217" rtl="0" eaLnBrk="1" latinLnBrk="0" hangingPunct="1">
        <a:lnSpc>
          <a:spcPct val="90000"/>
        </a:lnSpc>
        <a:spcBef>
          <a:spcPts val="400"/>
        </a:spcBef>
        <a:spcAft>
          <a:spcPts val="1200"/>
        </a:spcAft>
        <a:buClr>
          <a:schemeClr val="accent2"/>
        </a:buClr>
        <a:buFont typeface="Arial" panose="020B0604020202020204" pitchFamily="34" charset="0"/>
        <a:buChar char="•"/>
        <a:defRPr sz="2100" b="0" i="0" kern="1200">
          <a:solidFill>
            <a:schemeClr val="tx1"/>
          </a:solidFill>
          <a:latin typeface="Roboto" charset="0"/>
          <a:ea typeface="Roboto" charset="0"/>
          <a:cs typeface="Roboto" charset="0"/>
        </a:defRPr>
      </a:lvl1pPr>
      <a:lvl2pPr marL="344488" indent="-174625" algn="l" defTabSz="914217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Clr>
          <a:schemeClr val="accent2"/>
        </a:buClr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Roboto" charset="0"/>
          <a:ea typeface="Roboto" charset="0"/>
          <a:cs typeface="Roboto" charset="0"/>
        </a:defRPr>
      </a:lvl2pPr>
      <a:lvl3pPr marL="514350" indent="-169863" algn="l" defTabSz="914217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Clr>
          <a:schemeClr val="accent2"/>
        </a:buClr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Roboto" charset="0"/>
          <a:ea typeface="Roboto" charset="0"/>
          <a:cs typeface="Roboto" charset="0"/>
        </a:defRPr>
      </a:lvl3pPr>
      <a:lvl4pPr marL="630238" indent="-171450" algn="l" defTabSz="914217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Clr>
          <a:schemeClr val="accent2"/>
        </a:buClr>
        <a:buFont typeface="Arial" panose="020B0604020202020204" pitchFamily="34" charset="0"/>
        <a:buChar char="•"/>
        <a:defRPr sz="1400" b="0" i="0" kern="1200">
          <a:solidFill>
            <a:schemeClr val="tx1"/>
          </a:solidFill>
          <a:latin typeface="Roboto" charset="0"/>
          <a:ea typeface="Roboto" charset="0"/>
          <a:cs typeface="Roboto" charset="0"/>
        </a:defRPr>
      </a:lvl4pPr>
      <a:lvl5pPr marL="800100" indent="-169863" algn="l" defTabSz="914217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Clr>
          <a:schemeClr val="accent2"/>
        </a:buClr>
        <a:buFont typeface="Arial" panose="020B0604020202020204" pitchFamily="34" charset="0"/>
        <a:buChar char="•"/>
        <a:defRPr sz="1400" b="0" i="0" kern="1200">
          <a:solidFill>
            <a:schemeClr val="tx1"/>
          </a:solidFill>
          <a:latin typeface="Roboto" charset="0"/>
          <a:ea typeface="Roboto" charset="0"/>
          <a:cs typeface="Roboto" charset="0"/>
        </a:defRPr>
      </a:lvl5pPr>
      <a:lvl6pPr marL="914400" indent="-169863" algn="l" defTabSz="914217" rtl="0" eaLnBrk="1" latinLnBrk="0" hangingPunct="1">
        <a:lnSpc>
          <a:spcPct val="90000"/>
        </a:lnSpc>
        <a:spcBef>
          <a:spcPts val="500"/>
        </a:spcBef>
        <a:spcAft>
          <a:spcPts val="1200"/>
        </a:spcAft>
        <a:buClr>
          <a:schemeClr val="accent2"/>
        </a:buClr>
        <a:buFont typeface="Arial" panose="020B0604020202020204" pitchFamily="34" charset="0"/>
        <a:buChar char="•"/>
        <a:defRPr sz="1200" b="0" i="0" kern="1200">
          <a:solidFill>
            <a:schemeClr val="tx1"/>
          </a:solidFill>
          <a:latin typeface="Roboto" charset="0"/>
          <a:ea typeface="Roboto" charset="0"/>
          <a:cs typeface="Roboto" charset="0"/>
        </a:defRPr>
      </a:lvl6pPr>
      <a:lvl7pPr marL="1084263" indent="-169863" algn="l" defTabSz="914217" rtl="0" eaLnBrk="1" latinLnBrk="0" hangingPunct="1">
        <a:lnSpc>
          <a:spcPct val="90000"/>
        </a:lnSpc>
        <a:spcBef>
          <a:spcPts val="500"/>
        </a:spcBef>
        <a:spcAft>
          <a:spcPts val="1200"/>
        </a:spcAft>
        <a:buClr>
          <a:schemeClr val="accent2"/>
        </a:buClr>
        <a:buFont typeface="Arial" panose="020B0604020202020204" pitchFamily="34" charset="0"/>
        <a:buChar char="•"/>
        <a:defRPr sz="1200" b="0" i="0" kern="1200">
          <a:solidFill>
            <a:schemeClr val="tx1"/>
          </a:solidFill>
          <a:latin typeface="Roboto" charset="0"/>
          <a:ea typeface="Roboto" charset="0"/>
          <a:cs typeface="Roboto" charset="0"/>
        </a:defRPr>
      </a:lvl7pPr>
      <a:lvl8pPr marL="1258888" indent="-174625" algn="l" defTabSz="914217" rtl="0" eaLnBrk="1" latinLnBrk="0" hangingPunct="1">
        <a:lnSpc>
          <a:spcPct val="90000"/>
        </a:lnSpc>
        <a:spcBef>
          <a:spcPts val="500"/>
        </a:spcBef>
        <a:spcAft>
          <a:spcPts val="1200"/>
        </a:spcAft>
        <a:buClr>
          <a:schemeClr val="accent2"/>
        </a:buClr>
        <a:buFont typeface="Arial" panose="020B0604020202020204" pitchFamily="34" charset="0"/>
        <a:buChar char="•"/>
        <a:defRPr sz="1200" b="0" i="0" kern="1200">
          <a:solidFill>
            <a:schemeClr val="tx1"/>
          </a:solidFill>
          <a:latin typeface="Roboto" charset="0"/>
          <a:ea typeface="Roboto" charset="0"/>
          <a:cs typeface="Roboto" charset="0"/>
        </a:defRPr>
      </a:lvl8pPr>
      <a:lvl9pPr marL="1428750" indent="-169863" algn="l" defTabSz="914217" rtl="0" eaLnBrk="1" latinLnBrk="0" hangingPunct="1">
        <a:lnSpc>
          <a:spcPct val="90000"/>
        </a:lnSpc>
        <a:spcBef>
          <a:spcPts val="500"/>
        </a:spcBef>
        <a:spcAft>
          <a:spcPts val="1200"/>
        </a:spcAft>
        <a:buClr>
          <a:schemeClr val="accent2"/>
        </a:buClr>
        <a:buFont typeface="Arial" panose="020B0604020202020204" pitchFamily="34" charset="0"/>
        <a:buChar char="•"/>
        <a:defRPr sz="1200" b="0" i="0" kern="1200">
          <a:solidFill>
            <a:schemeClr val="tx1"/>
          </a:solidFill>
          <a:latin typeface="Roboto" charset="0"/>
          <a:ea typeface="Roboto" charset="0"/>
          <a:cs typeface="Roboto" charset="0"/>
        </a:defRPr>
      </a:lvl9pPr>
    </p:bodyStyle>
    <p:otherStyle>
      <a:defPPr>
        <a:defRPr lang="en-US"/>
      </a:defPPr>
      <a:lvl1pPr marL="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0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17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26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434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542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651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76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86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pos="311" userDrawn="1">
          <p15:clr>
            <a:srgbClr val="F26B43"/>
          </p15:clr>
        </p15:guide>
        <p15:guide id="5" orient="horz" pos="4008" userDrawn="1">
          <p15:clr>
            <a:srgbClr val="F26B43"/>
          </p15:clr>
        </p15:guide>
        <p15:guide id="6" pos="7356" userDrawn="1">
          <p15:clr>
            <a:srgbClr val="F26B43"/>
          </p15:clr>
        </p15:guide>
        <p15:guide id="7" pos="11040">
          <p15:clr>
            <a:srgbClr val="F26B43"/>
          </p15:clr>
        </p15:guide>
        <p15:guide id="9" orient="horz" pos="325" userDrawn="1">
          <p15:clr>
            <a:srgbClr val="F26B43"/>
          </p15:clr>
        </p15:guide>
        <p15:guide id="12" pos="2554" userDrawn="1">
          <p15:clr>
            <a:srgbClr val="F26B43"/>
          </p15:clr>
        </p15:guide>
        <p15:guide id="13" pos="5123" userDrawn="1">
          <p15:clr>
            <a:srgbClr val="F26B43"/>
          </p15:clr>
        </p15:guide>
        <p15:guide id="14" orient="horz" pos="1443" userDrawn="1">
          <p15:clr>
            <a:srgbClr val="F26B43"/>
          </p15:clr>
        </p15:guide>
        <p15:guide id="15" orient="horz" pos="2886" userDrawn="1">
          <p15:clr>
            <a:srgbClr val="F26B43"/>
          </p15:clr>
        </p15:guide>
        <p15:guide id="16" orient="horz" pos="856" userDrawn="1">
          <p15:clr>
            <a:srgbClr val="F26B43"/>
          </p15:clr>
        </p15:guide>
        <p15:guide id="17" orient="horz" pos="1168" userDrawn="1">
          <p15:clr>
            <a:srgbClr val="F26B43"/>
          </p15:clr>
        </p15:guide>
        <p15:guide id="18" pos="632" userDrawn="1">
          <p15:clr>
            <a:srgbClr val="F26B43"/>
          </p15:clr>
        </p15:guide>
        <p15:guide id="19" orient="horz" pos="3792" userDrawn="1">
          <p15:clr>
            <a:srgbClr val="F26B43"/>
          </p15:clr>
        </p15:guide>
        <p15:guide id="20" pos="719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itle Placeholder 1"/>
          <p:cNvSpPr>
            <a:spLocks noGrp="1"/>
          </p:cNvSpPr>
          <p:nvPr userDrawn="1">
            <p:ph type="title"/>
          </p:nvPr>
        </p:nvSpPr>
        <p:spPr>
          <a:xfrm>
            <a:off x="482474" y="482602"/>
            <a:ext cx="11195177" cy="106679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Headline goes here, </a:t>
            </a:r>
            <a:r>
              <a:rPr lang="en-US" err="1"/>
              <a:t>Roboto</a:t>
            </a:r>
            <a:r>
              <a:rPr lang="en-US"/>
              <a:t> Light, 36 points</a:t>
            </a:r>
          </a:p>
        </p:txBody>
      </p:sp>
      <p:sp>
        <p:nvSpPr>
          <p:cNvPr id="38" name="Text Placeholder 2"/>
          <p:cNvSpPr>
            <a:spLocks noGrp="1"/>
          </p:cNvSpPr>
          <p:nvPr userDrawn="1">
            <p:ph type="body" idx="1"/>
          </p:nvPr>
        </p:nvSpPr>
        <p:spPr>
          <a:xfrm>
            <a:off x="1017530" y="1849301"/>
            <a:ext cx="10660120" cy="417049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</p:spTree>
    <p:extLst>
      <p:ext uri="{BB962C8B-B14F-4D97-AF65-F5344CB8AC3E}">
        <p14:creationId xmlns:p14="http://schemas.microsoft.com/office/powerpoint/2010/main" val="15677143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2" r:id="rId1"/>
    <p:sldLayoutId id="2147483723" r:id="rId2"/>
    <p:sldLayoutId id="2147483724" r:id="rId3"/>
    <p:sldLayoutId id="2147483725" r:id="rId4"/>
    <p:sldLayoutId id="2147483726" r:id="rId5"/>
    <p:sldLayoutId id="2147483727" r:id="rId6"/>
    <p:sldLayoutId id="2147483728" r:id="rId7"/>
    <p:sldLayoutId id="2147483729" r:id="rId8"/>
    <p:sldLayoutId id="2147483730" r:id="rId9"/>
    <p:sldLayoutId id="2147483731" r:id="rId10"/>
    <p:sldLayoutId id="2147483732" r:id="rId11"/>
    <p:sldLayoutId id="2147483733" r:id="rId12"/>
    <p:sldLayoutId id="2147483833" r:id="rId13"/>
  </p:sldLayoutIdLst>
  <p:txStyles>
    <p:titleStyle>
      <a:lvl1pPr algn="l" defTabSz="914217" rtl="0" eaLnBrk="1" latinLnBrk="0" hangingPunct="1">
        <a:lnSpc>
          <a:spcPct val="90000"/>
        </a:lnSpc>
        <a:spcBef>
          <a:spcPct val="0"/>
        </a:spcBef>
        <a:buNone/>
        <a:defRPr sz="3600" b="0" i="0" kern="1200" baseline="0">
          <a:solidFill>
            <a:schemeClr val="tx1"/>
          </a:solidFill>
          <a:latin typeface="Roboto Light" charset="0"/>
          <a:ea typeface="Roboto Light" charset="0"/>
          <a:cs typeface="Roboto Light" charset="0"/>
        </a:defRPr>
      </a:lvl1pPr>
    </p:titleStyle>
    <p:bodyStyle>
      <a:lvl1pPr marL="173038" indent="-173038" algn="l" defTabSz="914217" rtl="0" eaLnBrk="1" latinLnBrk="0" hangingPunct="1">
        <a:lnSpc>
          <a:spcPct val="90000"/>
        </a:lnSpc>
        <a:spcBef>
          <a:spcPts val="400"/>
        </a:spcBef>
        <a:spcAft>
          <a:spcPts val="1200"/>
        </a:spcAft>
        <a:buClr>
          <a:schemeClr val="accent2"/>
        </a:buClr>
        <a:buFont typeface="Arial" panose="020B0604020202020204" pitchFamily="34" charset="0"/>
        <a:buChar char="•"/>
        <a:defRPr sz="2100" b="0" i="0" kern="1200">
          <a:solidFill>
            <a:schemeClr val="tx1"/>
          </a:solidFill>
          <a:latin typeface="Roboto" charset="0"/>
          <a:ea typeface="Roboto" charset="0"/>
          <a:cs typeface="Roboto" charset="0"/>
        </a:defRPr>
      </a:lvl1pPr>
      <a:lvl2pPr marL="344488" indent="-174625" algn="l" defTabSz="914217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Clr>
          <a:schemeClr val="accent2"/>
        </a:buClr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Roboto" charset="0"/>
          <a:ea typeface="Roboto" charset="0"/>
          <a:cs typeface="Roboto" charset="0"/>
        </a:defRPr>
      </a:lvl2pPr>
      <a:lvl3pPr marL="514350" indent="-169863" algn="l" defTabSz="914217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Clr>
          <a:schemeClr val="accent2"/>
        </a:buClr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Roboto" charset="0"/>
          <a:ea typeface="Roboto" charset="0"/>
          <a:cs typeface="Roboto" charset="0"/>
        </a:defRPr>
      </a:lvl3pPr>
      <a:lvl4pPr marL="630238" indent="-171450" algn="l" defTabSz="914217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Clr>
          <a:schemeClr val="accent2"/>
        </a:buClr>
        <a:buFont typeface="Arial" panose="020B0604020202020204" pitchFamily="34" charset="0"/>
        <a:buChar char="•"/>
        <a:defRPr sz="1400" b="0" i="0" kern="1200">
          <a:solidFill>
            <a:schemeClr val="tx1"/>
          </a:solidFill>
          <a:latin typeface="Roboto" charset="0"/>
          <a:ea typeface="Roboto" charset="0"/>
          <a:cs typeface="Roboto" charset="0"/>
        </a:defRPr>
      </a:lvl4pPr>
      <a:lvl5pPr marL="800100" indent="-169863" algn="l" defTabSz="914217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Clr>
          <a:schemeClr val="accent2"/>
        </a:buClr>
        <a:buFont typeface="Arial" panose="020B0604020202020204" pitchFamily="34" charset="0"/>
        <a:buChar char="•"/>
        <a:defRPr sz="1400" b="0" i="0" kern="1200">
          <a:solidFill>
            <a:schemeClr val="tx1"/>
          </a:solidFill>
          <a:latin typeface="Roboto" charset="0"/>
          <a:ea typeface="Roboto" charset="0"/>
          <a:cs typeface="Roboto" charset="0"/>
        </a:defRPr>
      </a:lvl5pPr>
      <a:lvl6pPr marL="914400" indent="-169863" algn="l" defTabSz="914217" rtl="0" eaLnBrk="1" latinLnBrk="0" hangingPunct="1">
        <a:lnSpc>
          <a:spcPct val="90000"/>
        </a:lnSpc>
        <a:spcBef>
          <a:spcPts val="500"/>
        </a:spcBef>
        <a:spcAft>
          <a:spcPts val="1200"/>
        </a:spcAft>
        <a:buClr>
          <a:schemeClr val="accent2"/>
        </a:buClr>
        <a:buFont typeface="Arial" panose="020B0604020202020204" pitchFamily="34" charset="0"/>
        <a:buChar char="•"/>
        <a:defRPr sz="1200" b="0" i="0" kern="1200">
          <a:solidFill>
            <a:schemeClr val="tx1"/>
          </a:solidFill>
          <a:latin typeface="Roboto" charset="0"/>
          <a:ea typeface="Roboto" charset="0"/>
          <a:cs typeface="Roboto" charset="0"/>
        </a:defRPr>
      </a:lvl6pPr>
      <a:lvl7pPr marL="1084263" indent="-169863" algn="l" defTabSz="914217" rtl="0" eaLnBrk="1" latinLnBrk="0" hangingPunct="1">
        <a:lnSpc>
          <a:spcPct val="90000"/>
        </a:lnSpc>
        <a:spcBef>
          <a:spcPts val="500"/>
        </a:spcBef>
        <a:spcAft>
          <a:spcPts val="1200"/>
        </a:spcAft>
        <a:buClr>
          <a:schemeClr val="accent2"/>
        </a:buClr>
        <a:buFont typeface="Arial" panose="020B0604020202020204" pitchFamily="34" charset="0"/>
        <a:buChar char="•"/>
        <a:defRPr sz="1200" b="0" i="0" kern="1200">
          <a:solidFill>
            <a:schemeClr val="tx1"/>
          </a:solidFill>
          <a:latin typeface="Roboto" charset="0"/>
          <a:ea typeface="Roboto" charset="0"/>
          <a:cs typeface="Roboto" charset="0"/>
        </a:defRPr>
      </a:lvl7pPr>
      <a:lvl8pPr marL="1258888" indent="-174625" algn="l" defTabSz="914217" rtl="0" eaLnBrk="1" latinLnBrk="0" hangingPunct="1">
        <a:lnSpc>
          <a:spcPct val="90000"/>
        </a:lnSpc>
        <a:spcBef>
          <a:spcPts val="500"/>
        </a:spcBef>
        <a:spcAft>
          <a:spcPts val="1200"/>
        </a:spcAft>
        <a:buClr>
          <a:schemeClr val="accent2"/>
        </a:buClr>
        <a:buFont typeface="Arial" panose="020B0604020202020204" pitchFamily="34" charset="0"/>
        <a:buChar char="•"/>
        <a:defRPr sz="1200" b="0" i="0" kern="1200">
          <a:solidFill>
            <a:schemeClr val="tx1"/>
          </a:solidFill>
          <a:latin typeface="Roboto" charset="0"/>
          <a:ea typeface="Roboto" charset="0"/>
          <a:cs typeface="Roboto" charset="0"/>
        </a:defRPr>
      </a:lvl8pPr>
      <a:lvl9pPr marL="1428750" indent="-169863" algn="l" defTabSz="914217" rtl="0" eaLnBrk="1" latinLnBrk="0" hangingPunct="1">
        <a:lnSpc>
          <a:spcPct val="90000"/>
        </a:lnSpc>
        <a:spcBef>
          <a:spcPts val="500"/>
        </a:spcBef>
        <a:spcAft>
          <a:spcPts val="1200"/>
        </a:spcAft>
        <a:buClr>
          <a:schemeClr val="accent2"/>
        </a:buClr>
        <a:buFont typeface="Arial" panose="020B0604020202020204" pitchFamily="34" charset="0"/>
        <a:buChar char="•"/>
        <a:defRPr sz="1200" b="0" i="0" kern="1200">
          <a:solidFill>
            <a:schemeClr val="tx1"/>
          </a:solidFill>
          <a:latin typeface="Roboto" charset="0"/>
          <a:ea typeface="Roboto" charset="0"/>
          <a:cs typeface="Roboto" charset="0"/>
        </a:defRPr>
      </a:lvl9pPr>
    </p:bodyStyle>
    <p:otherStyle>
      <a:defPPr>
        <a:defRPr lang="en-US"/>
      </a:defPPr>
      <a:lvl1pPr marL="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0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17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26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434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542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651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76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86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pos="311">
          <p15:clr>
            <a:srgbClr val="F26B43"/>
          </p15:clr>
        </p15:guide>
        <p15:guide id="5" orient="horz" pos="4008">
          <p15:clr>
            <a:srgbClr val="F26B43"/>
          </p15:clr>
        </p15:guide>
        <p15:guide id="6" pos="7356">
          <p15:clr>
            <a:srgbClr val="F26B43"/>
          </p15:clr>
        </p15:guide>
        <p15:guide id="7" pos="11040">
          <p15:clr>
            <a:srgbClr val="F26B43"/>
          </p15:clr>
        </p15:guide>
        <p15:guide id="9" orient="horz" pos="325">
          <p15:clr>
            <a:srgbClr val="F26B43"/>
          </p15:clr>
        </p15:guide>
        <p15:guide id="12" pos="2554">
          <p15:clr>
            <a:srgbClr val="F26B43"/>
          </p15:clr>
        </p15:guide>
        <p15:guide id="13" pos="5123">
          <p15:clr>
            <a:srgbClr val="F26B43"/>
          </p15:clr>
        </p15:guide>
        <p15:guide id="14" orient="horz" pos="1443">
          <p15:clr>
            <a:srgbClr val="F26B43"/>
          </p15:clr>
        </p15:guide>
        <p15:guide id="15" orient="horz" pos="2886">
          <p15:clr>
            <a:srgbClr val="F26B43"/>
          </p15:clr>
        </p15:guide>
        <p15:guide id="16" orient="horz" pos="856">
          <p15:clr>
            <a:srgbClr val="F26B43"/>
          </p15:clr>
        </p15:guide>
        <p15:guide id="17" orient="horz" pos="1168">
          <p15:clr>
            <a:srgbClr val="F26B43"/>
          </p15:clr>
        </p15:guide>
        <p15:guide id="18" pos="632">
          <p15:clr>
            <a:srgbClr val="F26B43"/>
          </p15:clr>
        </p15:guide>
        <p15:guide id="19" orient="horz" pos="3792">
          <p15:clr>
            <a:srgbClr val="F26B43"/>
          </p15:clr>
        </p15:guide>
        <p15:guide id="20" pos="719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/>
          <p:cNvSpPr/>
          <p:nvPr/>
        </p:nvSpPr>
        <p:spPr>
          <a:xfrm>
            <a:off x="-2141" y="-1"/>
            <a:ext cx="12190967" cy="6858000"/>
          </a:xfrm>
          <a:prstGeom prst="rect">
            <a:avLst/>
          </a:prstGeom>
          <a:blipFill dpi="0" rotWithShape="1">
            <a:blip r:embed="rId10">
              <a:alphaModFix amt="60000"/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sp>
        <p:nvSpPr>
          <p:cNvPr id="34" name="Right Triangle 33"/>
          <p:cNvSpPr/>
          <p:nvPr/>
        </p:nvSpPr>
        <p:spPr>
          <a:xfrm rot="16200000" flipV="1">
            <a:off x="2196031" y="3357866"/>
            <a:ext cx="1314232" cy="5698309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sp>
        <p:nvSpPr>
          <p:cNvPr id="33" name="Right Triangle 32"/>
          <p:cNvSpPr/>
          <p:nvPr/>
        </p:nvSpPr>
        <p:spPr>
          <a:xfrm>
            <a:off x="-2140" y="3581400"/>
            <a:ext cx="833414" cy="3276600"/>
          </a:xfrm>
          <a:prstGeom prst="rtTriangle">
            <a:avLst/>
          </a:prstGeom>
          <a:solidFill>
            <a:schemeClr val="accent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4421" y="6006042"/>
            <a:ext cx="2464597" cy="851959"/>
          </a:xfrm>
          <a:prstGeom prst="rect">
            <a:avLst/>
          </a:prstGeom>
        </p:spPr>
      </p:pic>
      <p:sp>
        <p:nvSpPr>
          <p:cNvPr id="8" name="Right Triangle 7"/>
          <p:cNvSpPr/>
          <p:nvPr/>
        </p:nvSpPr>
        <p:spPr>
          <a:xfrm flipH="1" flipV="1">
            <a:off x="11603699" y="0"/>
            <a:ext cx="585128" cy="1575171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793174" y="6359525"/>
            <a:ext cx="3117657" cy="179071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>
              <a:defRPr sz="1050">
                <a:solidFill>
                  <a:schemeClr val="tx2">
                    <a:lumMod val="50000"/>
                    <a:lumOff val="50000"/>
                  </a:schemeClr>
                </a:solidFill>
                <a:ea typeface="Arial" charset="0"/>
                <a:cs typeface="Arial" charset="0"/>
              </a:defRPr>
            </a:lvl1pPr>
          </a:lstStyle>
          <a:p>
            <a:r>
              <a:rPr lang="en-US" sz="1100">
                <a:solidFill>
                  <a:srgbClr val="FFFFFF"/>
                </a:solidFill>
                <a:latin typeface="Roboto" charset="0"/>
                <a:ea typeface="Roboto" charset="0"/>
                <a:cs typeface="Roboto" charset="0"/>
              </a:rPr>
              <a:t>© Informatica. Proprietary and Confidential.</a:t>
            </a:r>
          </a:p>
        </p:txBody>
      </p:sp>
      <p:sp>
        <p:nvSpPr>
          <p:cNvPr id="37" name="Title Placeholder 1"/>
          <p:cNvSpPr>
            <a:spLocks noGrp="1"/>
          </p:cNvSpPr>
          <p:nvPr>
            <p:ph type="title"/>
          </p:nvPr>
        </p:nvSpPr>
        <p:spPr>
          <a:xfrm>
            <a:off x="482474" y="457203"/>
            <a:ext cx="11195177" cy="65402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/>
          <a:p>
            <a:endParaRPr lang="en-US"/>
          </a:p>
        </p:txBody>
      </p:sp>
      <p:sp>
        <p:nvSpPr>
          <p:cNvPr id="38" name="Text Placeholder 2"/>
          <p:cNvSpPr>
            <a:spLocks noGrp="1"/>
          </p:cNvSpPr>
          <p:nvPr>
            <p:ph type="body" idx="1"/>
          </p:nvPr>
        </p:nvSpPr>
        <p:spPr>
          <a:xfrm>
            <a:off x="493713" y="1849302"/>
            <a:ext cx="11183937" cy="422044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</p:spTree>
    <p:extLst>
      <p:ext uri="{BB962C8B-B14F-4D97-AF65-F5344CB8AC3E}">
        <p14:creationId xmlns:p14="http://schemas.microsoft.com/office/powerpoint/2010/main" val="17019252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5" r:id="rId1"/>
    <p:sldLayoutId id="2147483796" r:id="rId2"/>
    <p:sldLayoutId id="2147483797" r:id="rId3"/>
    <p:sldLayoutId id="2147483798" r:id="rId4"/>
    <p:sldLayoutId id="2147483799" r:id="rId5"/>
    <p:sldLayoutId id="2147483800" r:id="rId6"/>
    <p:sldLayoutId id="2147483801" r:id="rId7"/>
    <p:sldLayoutId id="2147483802" r:id="rId8"/>
  </p:sldLayoutIdLst>
  <p:txStyles>
    <p:titleStyle>
      <a:lvl1pPr algn="l" defTabSz="913989" rtl="0" eaLnBrk="1" latinLnBrk="0" hangingPunct="1">
        <a:lnSpc>
          <a:spcPct val="90000"/>
        </a:lnSpc>
        <a:spcBef>
          <a:spcPct val="0"/>
        </a:spcBef>
        <a:buNone/>
        <a:defRPr sz="3599" b="0" i="0" kern="1200">
          <a:solidFill>
            <a:schemeClr val="tx1"/>
          </a:solidFill>
          <a:latin typeface="Roboto Light" charset="0"/>
          <a:ea typeface="Roboto Light" charset="0"/>
          <a:cs typeface="Roboto Light" charset="0"/>
        </a:defRPr>
      </a:lvl1pPr>
    </p:titleStyle>
    <p:bodyStyle>
      <a:lvl1pPr marL="172995" indent="-172995" algn="l" defTabSz="913989" rtl="0" eaLnBrk="1" latinLnBrk="0" hangingPunct="1">
        <a:lnSpc>
          <a:spcPct val="90000"/>
        </a:lnSpc>
        <a:spcBef>
          <a:spcPts val="1000"/>
        </a:spcBef>
        <a:spcAft>
          <a:spcPts val="1200"/>
        </a:spcAft>
        <a:buClr>
          <a:schemeClr val="accent2"/>
        </a:buClr>
        <a:buFont typeface="Arial" panose="020B0604020202020204" pitchFamily="34" charset="0"/>
        <a:buChar char="•"/>
        <a:defRPr sz="2099" b="0" i="0" kern="1200">
          <a:solidFill>
            <a:schemeClr val="tx1"/>
          </a:solidFill>
          <a:latin typeface="Roboto" charset="0"/>
          <a:ea typeface="Roboto" charset="0"/>
          <a:cs typeface="Roboto" charset="0"/>
        </a:defRPr>
      </a:lvl1pPr>
      <a:lvl2pPr marL="344402" indent="-174582" algn="l" defTabSz="913989" rtl="0" eaLnBrk="1" latinLnBrk="0" hangingPunct="1">
        <a:lnSpc>
          <a:spcPct val="90000"/>
        </a:lnSpc>
        <a:spcBef>
          <a:spcPts val="500"/>
        </a:spcBef>
        <a:spcAft>
          <a:spcPts val="1200"/>
        </a:spcAft>
        <a:buClr>
          <a:schemeClr val="accent2"/>
        </a:buClr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Roboto" charset="0"/>
          <a:ea typeface="Roboto" charset="0"/>
          <a:cs typeface="Roboto" charset="0"/>
        </a:defRPr>
      </a:lvl2pPr>
      <a:lvl3pPr marL="514222" indent="-169820" algn="l" defTabSz="913989" rtl="0" eaLnBrk="1" latinLnBrk="0" hangingPunct="1">
        <a:lnSpc>
          <a:spcPct val="90000"/>
        </a:lnSpc>
        <a:spcBef>
          <a:spcPts val="500"/>
        </a:spcBef>
        <a:spcAft>
          <a:spcPts val="1200"/>
        </a:spcAft>
        <a:buClr>
          <a:schemeClr val="accent2"/>
        </a:buClr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Roboto" charset="0"/>
          <a:ea typeface="Roboto" charset="0"/>
          <a:cs typeface="Roboto" charset="0"/>
        </a:defRPr>
      </a:lvl3pPr>
      <a:lvl4pPr marL="630081" indent="-171408" algn="l" defTabSz="913989" rtl="0" eaLnBrk="1" latinLnBrk="0" hangingPunct="1">
        <a:lnSpc>
          <a:spcPct val="90000"/>
        </a:lnSpc>
        <a:spcBef>
          <a:spcPts val="500"/>
        </a:spcBef>
        <a:spcAft>
          <a:spcPts val="1200"/>
        </a:spcAft>
        <a:buClr>
          <a:schemeClr val="accent2"/>
        </a:buClr>
        <a:buFont typeface="Arial" panose="020B0604020202020204" pitchFamily="34" charset="0"/>
        <a:buChar char="•"/>
        <a:defRPr sz="1400" b="0" i="0" kern="1200">
          <a:solidFill>
            <a:schemeClr val="tx1"/>
          </a:solidFill>
          <a:latin typeface="Roboto" charset="0"/>
          <a:ea typeface="Roboto" charset="0"/>
          <a:cs typeface="Roboto" charset="0"/>
        </a:defRPr>
      </a:lvl4pPr>
      <a:lvl5pPr marL="799900" indent="-169820" algn="l" defTabSz="913989" rtl="0" eaLnBrk="1" latinLnBrk="0" hangingPunct="1">
        <a:lnSpc>
          <a:spcPct val="90000"/>
        </a:lnSpc>
        <a:spcBef>
          <a:spcPts val="500"/>
        </a:spcBef>
        <a:spcAft>
          <a:spcPts val="1200"/>
        </a:spcAft>
        <a:buClr>
          <a:schemeClr val="accent2"/>
        </a:buClr>
        <a:buFont typeface="Arial" panose="020B0604020202020204" pitchFamily="34" charset="0"/>
        <a:buChar char="•"/>
        <a:defRPr sz="1400" b="0" i="0" kern="1200">
          <a:solidFill>
            <a:schemeClr val="tx1"/>
          </a:solidFill>
          <a:latin typeface="Roboto" charset="0"/>
          <a:ea typeface="Roboto" charset="0"/>
          <a:cs typeface="Roboto" charset="0"/>
        </a:defRPr>
      </a:lvl5pPr>
      <a:lvl6pPr marL="914171" indent="-169820" algn="l" defTabSz="913989" rtl="0" eaLnBrk="1" latinLnBrk="0" hangingPunct="1">
        <a:lnSpc>
          <a:spcPct val="90000"/>
        </a:lnSpc>
        <a:spcBef>
          <a:spcPts val="500"/>
        </a:spcBef>
        <a:spcAft>
          <a:spcPts val="1200"/>
        </a:spcAft>
        <a:buClr>
          <a:schemeClr val="accent2"/>
        </a:buClr>
        <a:buFont typeface="Arial" panose="020B0604020202020204" pitchFamily="34" charset="0"/>
        <a:buChar char="•"/>
        <a:defRPr sz="1200" b="0" i="0" kern="1200">
          <a:solidFill>
            <a:schemeClr val="tx1"/>
          </a:solidFill>
          <a:latin typeface="Roboto" charset="0"/>
          <a:ea typeface="Roboto" charset="0"/>
          <a:cs typeface="Roboto" charset="0"/>
        </a:defRPr>
      </a:lvl6pPr>
      <a:lvl7pPr marL="1083992" indent="-169820" algn="l" defTabSz="913989" rtl="0" eaLnBrk="1" latinLnBrk="0" hangingPunct="1">
        <a:lnSpc>
          <a:spcPct val="90000"/>
        </a:lnSpc>
        <a:spcBef>
          <a:spcPts val="500"/>
        </a:spcBef>
        <a:spcAft>
          <a:spcPts val="1200"/>
        </a:spcAft>
        <a:buClr>
          <a:schemeClr val="accent2"/>
        </a:buClr>
        <a:buFont typeface="Arial" panose="020B0604020202020204" pitchFamily="34" charset="0"/>
        <a:buChar char="•"/>
        <a:defRPr sz="1200" b="0" i="0" kern="1200">
          <a:solidFill>
            <a:schemeClr val="tx1"/>
          </a:solidFill>
          <a:latin typeface="Roboto" charset="0"/>
          <a:ea typeface="Roboto" charset="0"/>
          <a:cs typeface="Roboto" charset="0"/>
        </a:defRPr>
      </a:lvl7pPr>
      <a:lvl8pPr marL="1258573" indent="-174582" algn="l" defTabSz="913989" rtl="0" eaLnBrk="1" latinLnBrk="0" hangingPunct="1">
        <a:lnSpc>
          <a:spcPct val="90000"/>
        </a:lnSpc>
        <a:spcBef>
          <a:spcPts val="500"/>
        </a:spcBef>
        <a:spcAft>
          <a:spcPts val="1200"/>
        </a:spcAft>
        <a:buClr>
          <a:schemeClr val="accent2"/>
        </a:buClr>
        <a:buFont typeface="Arial" panose="020B0604020202020204" pitchFamily="34" charset="0"/>
        <a:buChar char="•"/>
        <a:defRPr sz="1200" b="0" i="0" kern="1200">
          <a:solidFill>
            <a:schemeClr val="tx1"/>
          </a:solidFill>
          <a:latin typeface="Roboto" charset="0"/>
          <a:ea typeface="Roboto" charset="0"/>
          <a:cs typeface="Roboto" charset="0"/>
        </a:defRPr>
      </a:lvl8pPr>
      <a:lvl9pPr marL="1428393" indent="-169820" algn="l" defTabSz="913989" rtl="0" eaLnBrk="1" latinLnBrk="0" hangingPunct="1">
        <a:lnSpc>
          <a:spcPct val="90000"/>
        </a:lnSpc>
        <a:spcBef>
          <a:spcPts val="500"/>
        </a:spcBef>
        <a:spcAft>
          <a:spcPts val="1200"/>
        </a:spcAft>
        <a:buClr>
          <a:schemeClr val="accent2"/>
        </a:buClr>
        <a:buFont typeface="Arial" panose="020B0604020202020204" pitchFamily="34" charset="0"/>
        <a:buChar char="•"/>
        <a:defRPr sz="1200" b="0" i="0" kern="1200">
          <a:solidFill>
            <a:schemeClr val="tx1"/>
          </a:solidFill>
          <a:latin typeface="Roboto" charset="0"/>
          <a:ea typeface="Roboto" charset="0"/>
          <a:cs typeface="Roboto" charset="0"/>
        </a:defRPr>
      </a:lvl9pPr>
    </p:bodyStyle>
    <p:otherStyle>
      <a:defPPr>
        <a:defRPr lang="en-US"/>
      </a:defPPr>
      <a:lvl1pPr marL="0" algn="l" defTabSz="9139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6995" algn="l" defTabSz="9139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3989" algn="l" defTabSz="9139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0984" algn="l" defTabSz="9139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7978" algn="l" defTabSz="9139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4971" algn="l" defTabSz="9139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1965" algn="l" defTabSz="9139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8960" algn="l" defTabSz="9139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5955" algn="l" defTabSz="9139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pos="311">
          <p15:clr>
            <a:srgbClr val="F26B43"/>
          </p15:clr>
        </p15:guide>
        <p15:guide id="5" orient="horz" pos="4008">
          <p15:clr>
            <a:srgbClr val="F26B43"/>
          </p15:clr>
        </p15:guide>
        <p15:guide id="6" pos="7356">
          <p15:clr>
            <a:srgbClr val="F26B43"/>
          </p15:clr>
        </p15:guide>
        <p15:guide id="7" pos="11040">
          <p15:clr>
            <a:srgbClr val="F26B43"/>
          </p15:clr>
        </p15:guide>
        <p15:guide id="9" orient="horz" pos="325">
          <p15:clr>
            <a:srgbClr val="F26B43"/>
          </p15:clr>
        </p15:guide>
        <p15:guide id="12" pos="2554">
          <p15:clr>
            <a:srgbClr val="F26B43"/>
          </p15:clr>
        </p15:guide>
        <p15:guide id="13" pos="5123">
          <p15:clr>
            <a:srgbClr val="F26B43"/>
          </p15:clr>
        </p15:guide>
        <p15:guide id="14" orient="horz" pos="1443">
          <p15:clr>
            <a:srgbClr val="F26B43"/>
          </p15:clr>
        </p15:guide>
        <p15:guide id="15" orient="horz" pos="288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sz="quarter" idx="11"/>
          </p:nvPr>
        </p:nvSpPr>
        <p:spPr>
          <a:xfrm>
            <a:off x="900237" y="2088270"/>
            <a:ext cx="9733457" cy="1574502"/>
          </a:xfrm>
        </p:spPr>
        <p:txBody>
          <a:bodyPr/>
          <a:lstStyle/>
          <a:p>
            <a:r>
              <a:rPr lang="en-US" sz="4800" dirty="0"/>
              <a:t>CDGC</a:t>
            </a:r>
          </a:p>
          <a:p>
            <a:r>
              <a:rPr lang="en-US" sz="4800" dirty="0"/>
              <a:t>Snowflake Updater</a:t>
            </a:r>
          </a:p>
          <a:p>
            <a:r>
              <a:rPr lang="en-US" sz="4800" dirty="0"/>
              <a:t>Prototype</a:t>
            </a:r>
            <a:endParaRPr lang="en-US" sz="4400" dirty="0"/>
          </a:p>
        </p:txBody>
      </p:sp>
    </p:spTree>
    <p:extLst>
      <p:ext uri="{BB962C8B-B14F-4D97-AF65-F5344CB8AC3E}">
        <p14:creationId xmlns:p14="http://schemas.microsoft.com/office/powerpoint/2010/main" val="40175748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417"/>
    </mc:Choice>
    <mc:Fallback xmlns="">
      <p:transition spd="slow" advTm="1417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2B479B7-4E1E-475F-B459-5CE8B05302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are we trying to do?</a:t>
            </a:r>
            <a:endParaRPr lang="en-IN" dirty="0"/>
          </a:p>
        </p:txBody>
      </p:sp>
      <p:sp>
        <p:nvSpPr>
          <p:cNvPr id="16" name="Content Placeholder 13">
            <a:extLst>
              <a:ext uri="{FF2B5EF4-FFF2-40B4-BE49-F238E27FC236}">
                <a16:creationId xmlns:a16="http://schemas.microsoft.com/office/drawing/2014/main" id="{807EB0DB-72EF-4CAE-8A2F-F7E55C093081}"/>
              </a:ext>
            </a:extLst>
          </p:cNvPr>
          <p:cNvSpPr txBox="1">
            <a:spLocks/>
          </p:cNvSpPr>
          <p:nvPr/>
        </p:nvSpPr>
        <p:spPr>
          <a:xfrm>
            <a:off x="1180247" y="1610532"/>
            <a:ext cx="3180631" cy="25624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73038" indent="-173038" algn="l" defTabSz="914217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2100" b="0" i="0" kern="1200" baseline="0">
                <a:solidFill>
                  <a:schemeClr val="tx1"/>
                </a:solidFill>
                <a:latin typeface="Roboto" charset="0"/>
                <a:ea typeface="Roboto" charset="0"/>
                <a:cs typeface="Roboto" charset="0"/>
              </a:defRPr>
            </a:lvl1pPr>
            <a:lvl2pPr marL="344488" indent="-174625" algn="l" defTabSz="914217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800" b="0" i="0" kern="1200" baseline="0">
                <a:solidFill>
                  <a:schemeClr val="tx1"/>
                </a:solidFill>
                <a:latin typeface="Roboto" charset="0"/>
                <a:ea typeface="Roboto" charset="0"/>
                <a:cs typeface="Roboto" charset="0"/>
              </a:defRPr>
            </a:lvl2pPr>
            <a:lvl3pPr marL="514350" indent="-169863" algn="l" defTabSz="914217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Roboto" charset="0"/>
                <a:ea typeface="Roboto" charset="0"/>
                <a:cs typeface="Roboto" charset="0"/>
              </a:defRPr>
            </a:lvl3pPr>
            <a:lvl4pPr marL="630238" indent="-171450" algn="l" defTabSz="914217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400" b="0" i="0" kern="1200">
                <a:solidFill>
                  <a:schemeClr val="tx1"/>
                </a:solidFill>
                <a:latin typeface="Roboto" charset="0"/>
                <a:ea typeface="Roboto" charset="0"/>
                <a:cs typeface="Roboto" charset="0"/>
              </a:defRPr>
            </a:lvl4pPr>
            <a:lvl5pPr marL="800100" indent="-169863" algn="l" defTabSz="914217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400" b="0" i="0" kern="1200">
                <a:solidFill>
                  <a:schemeClr val="tx1"/>
                </a:solidFill>
                <a:latin typeface="Roboto" charset="0"/>
                <a:ea typeface="Roboto" charset="0"/>
                <a:cs typeface="Roboto" charset="0"/>
              </a:defRPr>
            </a:lvl5pPr>
            <a:lvl6pPr marL="914400" indent="-169863" algn="l" defTabSz="914217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b="0" i="0" kern="1200">
                <a:solidFill>
                  <a:schemeClr val="tx1"/>
                </a:solidFill>
                <a:latin typeface="Roboto" charset="0"/>
                <a:ea typeface="Roboto" charset="0"/>
                <a:cs typeface="Roboto" charset="0"/>
              </a:defRPr>
            </a:lvl6pPr>
            <a:lvl7pPr marL="1084263" indent="-169863" algn="l" defTabSz="914217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b="0" i="0" kern="1200">
                <a:solidFill>
                  <a:schemeClr val="tx1"/>
                </a:solidFill>
                <a:latin typeface="Roboto" charset="0"/>
                <a:ea typeface="Roboto" charset="0"/>
                <a:cs typeface="Roboto" charset="0"/>
              </a:defRPr>
            </a:lvl7pPr>
            <a:lvl8pPr marL="1258888" indent="-174625" algn="l" defTabSz="914217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b="0" i="0" kern="1200">
                <a:solidFill>
                  <a:schemeClr val="tx1"/>
                </a:solidFill>
                <a:latin typeface="Roboto" charset="0"/>
                <a:ea typeface="Roboto" charset="0"/>
                <a:cs typeface="Roboto" charset="0"/>
              </a:defRPr>
            </a:lvl8pPr>
            <a:lvl9pPr marL="1428750" indent="-169863" algn="l" defTabSz="914217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b="0" i="0" kern="1200">
                <a:solidFill>
                  <a:schemeClr val="tx1"/>
                </a:solidFill>
                <a:latin typeface="Roboto" charset="0"/>
                <a:ea typeface="Roboto" charset="0"/>
                <a:cs typeface="Roboto" charset="0"/>
              </a:defRPr>
            </a:lvl9pPr>
          </a:lstStyle>
          <a:p>
            <a:pPr marL="0" indent="0">
              <a:buNone/>
            </a:pPr>
            <a:endParaRPr lang="en-IN" sz="16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8FFC18-4FD7-5E97-CCB3-5E13CE612AEB}"/>
              </a:ext>
            </a:extLst>
          </p:cNvPr>
          <p:cNvSpPr txBox="1"/>
          <p:nvPr/>
        </p:nvSpPr>
        <p:spPr>
          <a:xfrm>
            <a:off x="1013254" y="1754659"/>
            <a:ext cx="10490887" cy="409008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ct val="90000"/>
              </a:lnSpc>
              <a:spcAft>
                <a:spcPts val="1000"/>
              </a:spcAft>
            </a:pPr>
            <a:r>
              <a:rPr lang="en-US" sz="2100" dirty="0">
                <a:latin typeface="Roboto" charset="0"/>
                <a:ea typeface="Roboto" charset="0"/>
                <a:cs typeface="Roboto" charset="0"/>
              </a:rPr>
              <a:t>At time of writing (May 2026), the CDGC Snowflake Write Back had several limitations:</a:t>
            </a:r>
          </a:p>
          <a:p>
            <a:pPr marL="342900" lvl="1" indent="-342900">
              <a:lnSpc>
                <a:spcPct val="90000"/>
              </a:lnSpc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en-US" sz="2100" dirty="0">
                <a:latin typeface="Roboto" charset="0"/>
                <a:ea typeface="Roboto" charset="0"/>
                <a:cs typeface="Roboto" charset="0"/>
              </a:rPr>
              <a:t>Required uploading a spreadsheet — defeating the purpose of automation.</a:t>
            </a:r>
          </a:p>
          <a:p>
            <a:pPr marL="342900" lvl="1" indent="-342900">
              <a:lnSpc>
                <a:spcPct val="90000"/>
              </a:lnSpc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en-US" sz="2100" dirty="0">
                <a:latin typeface="Roboto" charset="0"/>
                <a:ea typeface="Roboto" charset="0"/>
                <a:cs typeface="Roboto" charset="0"/>
              </a:rPr>
              <a:t>Only supported classifications, not business terms or policies.</a:t>
            </a:r>
          </a:p>
          <a:p>
            <a:pPr marL="342900" lvl="1" indent="-342900">
              <a:lnSpc>
                <a:spcPct val="90000"/>
              </a:lnSpc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en-US" sz="2100" dirty="0">
                <a:latin typeface="Roboto" charset="0"/>
                <a:ea typeface="Roboto" charset="0"/>
                <a:cs typeface="Roboto" charset="0"/>
              </a:rPr>
              <a:t>Supports Business Terms, Classifications, Policies, DQ Scores, and Descriptions.</a:t>
            </a:r>
          </a:p>
          <a:p>
            <a:pPr marL="342900" lvl="1" indent="-342900">
              <a:lnSpc>
                <a:spcPct val="90000"/>
              </a:lnSpc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en-US" sz="2100" dirty="0">
                <a:latin typeface="Roboto" charset="0"/>
                <a:ea typeface="Roboto" charset="0"/>
                <a:cs typeface="Roboto" charset="0"/>
              </a:rPr>
              <a:t>Tags are auto-created in Snowflake if they do not exist (requires CREATE TAG privilege).</a:t>
            </a:r>
          </a:p>
          <a:p>
            <a:pPr marL="342900" lvl="1" indent="-342900">
              <a:lnSpc>
                <a:spcPct val="90000"/>
              </a:lnSpc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en-US" sz="2100" dirty="0">
                <a:latin typeface="Roboto" charset="0"/>
                <a:ea typeface="Roboto" charset="0"/>
                <a:cs typeface="Roboto" charset="0"/>
              </a:rPr>
              <a:t>Interactive --update-config mode for guided setup including password encryption.</a:t>
            </a:r>
          </a:p>
        </p:txBody>
      </p:sp>
    </p:spTree>
    <p:extLst>
      <p:ext uri="{BB962C8B-B14F-4D97-AF65-F5344CB8AC3E}">
        <p14:creationId xmlns:p14="http://schemas.microsoft.com/office/powerpoint/2010/main" val="32332059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2B479B7-4E1E-475F-B459-5CE8B05302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approach</a:t>
            </a:r>
            <a:endParaRPr lang="en-IN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8FFC18-4FD7-5E97-CCB3-5E13CE612AEB}"/>
              </a:ext>
            </a:extLst>
          </p:cNvPr>
          <p:cNvSpPr txBox="1"/>
          <p:nvPr/>
        </p:nvSpPr>
        <p:spPr>
          <a:xfrm>
            <a:off x="1000897" y="1209048"/>
            <a:ext cx="10775091" cy="2745114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ct val="90000"/>
              </a:lnSpc>
              <a:spcAft>
                <a:spcPts val="1000"/>
              </a:spcAft>
            </a:pPr>
            <a:r>
              <a:rPr lang="en-US" sz="2100" dirty="0">
                <a:latin typeface="Roboto" charset="0"/>
                <a:ea typeface="Roboto" charset="0"/>
                <a:cs typeface="Roboto" charset="0"/>
              </a:rPr>
              <a:t>Write a Python script that overcomes these challenges!</a:t>
            </a:r>
          </a:p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2100" dirty="0">
              <a:latin typeface="Roboto" charset="0"/>
              <a:ea typeface="Roboto" charset="0"/>
              <a:cs typeface="Roboto" charset="0"/>
            </a:endParaRPr>
          </a:p>
          <a:p>
            <a:pPr>
              <a:lnSpc>
                <a:spcPct val="90000"/>
              </a:lnSpc>
              <a:spcAft>
                <a:spcPts val="1000"/>
              </a:spcAft>
            </a:pPr>
            <a:r>
              <a:rPr lang="en-US" sz="2100" dirty="0">
                <a:latin typeface="Roboto" charset="0"/>
                <a:ea typeface="Roboto" charset="0"/>
                <a:cs typeface="Roboto" charset="0"/>
              </a:rPr>
              <a:t>One word of caution. This approach is currently using the advanced internal APIs, which are not public, and may go away.</a:t>
            </a:r>
          </a:p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2100" dirty="0">
              <a:latin typeface="Roboto" charset="0"/>
              <a:ea typeface="Roboto" charset="0"/>
              <a:cs typeface="Roboto" charset="0"/>
            </a:endParaRPr>
          </a:p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2100" dirty="0">
              <a:latin typeface="Roboto" charset="0"/>
              <a:ea typeface="Roboto" charset="0"/>
              <a:cs typeface="Roboto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821790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sz="quarter" idx="11"/>
          </p:nvPr>
        </p:nvSpPr>
        <p:spPr>
          <a:xfrm>
            <a:off x="900237" y="2088270"/>
            <a:ext cx="9733457" cy="1574502"/>
          </a:xfrm>
        </p:spPr>
        <p:txBody>
          <a:bodyPr/>
          <a:lstStyle/>
          <a:p>
            <a:r>
              <a:rPr lang="en-US" sz="4800" dirty="0"/>
              <a:t>CDGC</a:t>
            </a:r>
          </a:p>
          <a:p>
            <a:r>
              <a:rPr lang="en-US" sz="4800" dirty="0"/>
              <a:t>Snowflake Updater</a:t>
            </a:r>
          </a:p>
          <a:p>
            <a:r>
              <a:rPr lang="en-US" sz="4800" dirty="0"/>
              <a:t>Prototype</a:t>
            </a:r>
            <a:endParaRPr lang="en-US" sz="4400" dirty="0"/>
          </a:p>
          <a:p>
            <a:endParaRPr lang="en-US" sz="4800" dirty="0"/>
          </a:p>
          <a:p>
            <a:r>
              <a:rPr lang="en-US" sz="4800" dirty="0"/>
              <a:t>Setup &amp; Running</a:t>
            </a:r>
            <a:endParaRPr lang="en-US" sz="4400" dirty="0"/>
          </a:p>
        </p:txBody>
      </p:sp>
    </p:spTree>
    <p:extLst>
      <p:ext uri="{BB962C8B-B14F-4D97-AF65-F5344CB8AC3E}">
        <p14:creationId xmlns:p14="http://schemas.microsoft.com/office/powerpoint/2010/main" val="3021465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417"/>
    </mc:Choice>
    <mc:Fallback xmlns="">
      <p:transition spd="slow" advTm="1417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2B479B7-4E1E-475F-B459-5CE8B05302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Setup Step 1</a:t>
            </a:r>
            <a:endParaRPr lang="en-IN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8FFC18-4FD7-5E97-CCB3-5E13CE612AEB}"/>
              </a:ext>
            </a:extLst>
          </p:cNvPr>
          <p:cNvSpPr txBox="1"/>
          <p:nvPr/>
        </p:nvSpPr>
        <p:spPr>
          <a:xfrm>
            <a:off x="1717589" y="1707353"/>
            <a:ext cx="8723870" cy="96170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ct val="90000"/>
              </a:lnSpc>
              <a:spcAft>
                <a:spcPts val="1000"/>
              </a:spcAft>
            </a:pPr>
            <a:r>
              <a:rPr lang="en-US" dirty="0">
                <a:latin typeface="Roboto" charset="0"/>
                <a:ea typeface="Roboto" charset="0"/>
                <a:cs typeface="Roboto" charset="0"/>
              </a:rPr>
              <a:t>Using "pip" ensure the required libraries are installed</a:t>
            </a:r>
          </a:p>
          <a:p>
            <a:pPr>
              <a:lnSpc>
                <a:spcPct val="90000"/>
              </a:lnSpc>
              <a:spcAft>
                <a:spcPts val="1000"/>
              </a:spcAft>
            </a:pPr>
            <a:r>
              <a:rPr lang="en-US" dirty="0">
                <a:latin typeface="Roboto" charset="0"/>
                <a:ea typeface="Roboto" charset="0"/>
                <a:cs typeface="Roboto" charset="0"/>
              </a:rPr>
              <a:t>pip install -r requirements.txt</a:t>
            </a:r>
          </a:p>
        </p:txBody>
      </p:sp>
    </p:spTree>
    <p:extLst>
      <p:ext uri="{BB962C8B-B14F-4D97-AF65-F5344CB8AC3E}">
        <p14:creationId xmlns:p14="http://schemas.microsoft.com/office/powerpoint/2010/main" val="5967511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2B479B7-4E1E-475F-B459-5CE8B05302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Setup Step 2 — Configure</a:t>
            </a:r>
            <a:endParaRPr lang="en-IN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8FFC18-4FD7-5E97-CCB3-5E13CE612AEB}"/>
              </a:ext>
            </a:extLst>
          </p:cNvPr>
          <p:cNvSpPr txBox="1"/>
          <p:nvPr/>
        </p:nvSpPr>
        <p:spPr>
          <a:xfrm>
            <a:off x="1717589" y="1707353"/>
            <a:ext cx="8723870" cy="974063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ct val="90000"/>
              </a:lnSpc>
              <a:spcAft>
                <a:spcPts val="1000"/>
              </a:spcAft>
            </a:pPr>
            <a:r>
              <a:rPr lang="en-US" dirty="0">
                <a:latin typeface="Roboto" charset="0"/>
                <a:ea typeface="Roboto" charset="0"/>
                <a:cs typeface="Roboto" charset="0"/>
              </a:rPr>
              <a:t>Run the --update-config option to interactively set up config.ini.</a:t>
            </a:r>
          </a:p>
          <a:p>
            <a:pPr>
              <a:lnSpc>
                <a:spcPct val="90000"/>
              </a:lnSpc>
              <a:spcAft>
                <a:spcPts val="1000"/>
              </a:spcAft>
            </a:pPr>
            <a:endParaRPr lang="en-US" dirty="0">
              <a:latin typeface="Roboto" charset="0"/>
              <a:ea typeface="Roboto" charset="0"/>
              <a:cs typeface="Roboto" charset="0"/>
            </a:endParaRPr>
          </a:p>
          <a:p>
            <a:pPr>
              <a:lnSpc>
                <a:spcPct val="90000"/>
              </a:lnSpc>
              <a:spcAft>
                <a:spcPts val="1000"/>
              </a:spcAft>
            </a:pPr>
            <a:endParaRPr lang="en-US" dirty="0">
              <a:latin typeface="Roboto" charset="0"/>
              <a:ea typeface="Roboto" charset="0"/>
              <a:cs typeface="Roboto" charset="0"/>
            </a:endParaRPr>
          </a:p>
          <a:p>
            <a:pPr lvl="0">
              <a:lnSpc>
                <a:spcPct val="90000"/>
              </a:lnSpc>
              <a:spcAft>
                <a:spcPts val="1000"/>
              </a:spcAft>
            </a:pPr>
            <a:endParaRPr lang="en-US" dirty="0">
              <a:latin typeface="Roboto" charset="0"/>
              <a:ea typeface="Roboto" charset="0"/>
              <a:cs typeface="Roboto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20040" y="1691640"/>
            <a:ext cx="8503920" cy="4983480"/>
          </a:xfrm>
          <a:prstGeom prst="rect">
            <a:avLst/>
          </a:prstGeom>
          <a:solidFill>
            <a:srgbClr val="1E1E1E"/>
          </a:solidFill>
        </p:spPr>
        <p:txBody>
          <a:bodyPr wrap="none" lIns="101600" tIns="76200" rIns="101600" bIns="7620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4EC974"/>
                </a:solidFill>
                <a:latin typeface="Courier New"/>
              </a:rPr>
              <a:t>$ python snowflake_updater.py --update-config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sz="850">
              <a:solidFill>
                <a:srgbClr val="4EC974"/>
              </a:solidFill>
              <a:latin typeface="Courier New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FFFFFF"/>
                </a:solidFill>
                <a:latin typeface="Courier New"/>
              </a:rPr>
              <a:t>Updating: config.ini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BBBBBB"/>
                </a:solidFill>
                <a:latin typeface="Courier New"/>
              </a:rPr>
              <a:t>Leave any prompt blank to keep the current value.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sz="850">
              <a:solidFill>
                <a:srgbClr val="BBBBBB"/>
              </a:solidFill>
              <a:latin typeface="Courier New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FFD700"/>
                </a:solidFill>
                <a:latin typeface="Courier New"/>
              </a:rPr>
              <a:t>[IDMC]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9CDCFE"/>
                </a:solidFill>
                <a:latin typeface="Courier New"/>
              </a:rPr>
              <a:t>  username: shayes_compass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BBBBBB"/>
                </a:solidFill>
                <a:latin typeface="Courier New"/>
              </a:rPr>
              <a:t>  Enter new value (leave blank to keep):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9CDCFE"/>
                </a:solidFill>
                <a:latin typeface="Courier New"/>
              </a:rPr>
              <a:t>  encrypted_password: [currently set — encrypted]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FFD700"/>
                </a:solidFill>
                <a:latin typeface="Courier New"/>
              </a:rPr>
              <a:t>  NOTE: Enter a plaintext password — it will be encrypted and stored.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BBBBBB"/>
                </a:solidFill>
                <a:latin typeface="Courier New"/>
              </a:rPr>
              <a:t>  Enter password: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FFFFFF"/>
                </a:solidFill>
                <a:latin typeface="Courier New"/>
              </a:rPr>
              <a:t>  Password encrypted and saved.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9CDCFE"/>
                </a:solidFill>
                <a:latin typeface="Courier New"/>
              </a:rPr>
              <a:t>  pod: dmp-us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BBBBBB"/>
                </a:solidFill>
                <a:latin typeface="Courier New"/>
              </a:rPr>
              <a:t>  Enter new value (leave blank to keep):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9CDCFE"/>
                </a:solidFill>
                <a:latin typeface="Courier New"/>
              </a:rPr>
              <a:t>  catalog_resource_name: NSEN Snowflake Retail Marketing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BBBBBB"/>
                </a:solidFill>
                <a:latin typeface="Courier New"/>
              </a:rPr>
              <a:t>  Enter new value (leave blank to keep):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sz="850">
              <a:solidFill>
                <a:srgbClr val="BBBBBB"/>
              </a:solidFill>
              <a:latin typeface="Courier New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FFD700"/>
                </a:solidFill>
                <a:latin typeface="Courier New"/>
              </a:rPr>
              <a:t>[Snowflake]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9CDCFE"/>
                </a:solidFill>
                <a:latin typeface="Courier New"/>
              </a:rPr>
              <a:t>  account: eeb76041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BBBBBB"/>
                </a:solidFill>
                <a:latin typeface="Courier New"/>
              </a:rPr>
              <a:t>  Enter new value (leave blank to keep):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9CDCFE"/>
                </a:solidFill>
                <a:latin typeface="Courier New"/>
              </a:rPr>
              <a:t>  database: NSEN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BBBBBB"/>
                </a:solidFill>
                <a:latin typeface="Courier New"/>
              </a:rPr>
              <a:t>  Enter new value (leave blank to keep):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9CDCFE"/>
                </a:solidFill>
                <a:latin typeface="Courier New"/>
              </a:rPr>
              <a:t>  username: SHAYES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BBBBBB"/>
                </a:solidFill>
                <a:latin typeface="Courier New"/>
              </a:rPr>
              <a:t>  Enter new value (leave blank to keep):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9CDCFE"/>
                </a:solidFill>
                <a:latin typeface="Courier New"/>
              </a:rPr>
              <a:t>  encrypted_password: [currently set — encrypted]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FFD700"/>
                </a:solidFill>
                <a:latin typeface="Courier New"/>
              </a:rPr>
              <a:t>  NOTE: Enter a plaintext password — it will be encrypted and stored.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BBBBBB"/>
                </a:solidFill>
                <a:latin typeface="Courier New"/>
              </a:rPr>
              <a:t>  Enter password: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FFFFFF"/>
                </a:solidFill>
                <a:latin typeface="Courier New"/>
              </a:rPr>
              <a:t>  Password encrypted and saved.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9CDCFE"/>
                </a:solidFill>
                <a:latin typeface="Courier New"/>
              </a:rPr>
              <a:t>  role: ACCOUNTADMIN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BBBBBB"/>
                </a:solidFill>
                <a:latin typeface="Courier New"/>
              </a:rPr>
              <a:t>  Enter new value (leave blank to keep):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sz="850">
              <a:solidFill>
                <a:srgbClr val="BBBBBB"/>
              </a:solidFill>
              <a:latin typeface="Courier New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4EC974"/>
                </a:solidFill>
                <a:latin typeface="Courier New"/>
              </a:rPr>
              <a:t>INFO: Config saved to config.ini</a:t>
            </a:r>
          </a:p>
        </p:txBody>
      </p:sp>
    </p:spTree>
    <p:extLst>
      <p:ext uri="{BB962C8B-B14F-4D97-AF65-F5344CB8AC3E}">
        <p14:creationId xmlns:p14="http://schemas.microsoft.com/office/powerpoint/2010/main" val="41703089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2B479B7-4E1E-475F-B459-5CE8B05302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Setup Step 3 *Optional</a:t>
            </a:r>
            <a:endParaRPr lang="en-IN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8FFC18-4FD7-5E97-CCB3-5E13CE612AEB}"/>
              </a:ext>
            </a:extLst>
          </p:cNvPr>
          <p:cNvSpPr txBox="1"/>
          <p:nvPr/>
        </p:nvSpPr>
        <p:spPr>
          <a:xfrm>
            <a:off x="1068870" y="1045030"/>
            <a:ext cx="10022383" cy="1524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ct val="90000"/>
              </a:lnSpc>
              <a:spcAft>
                <a:spcPts val="1000"/>
              </a:spcAft>
            </a:pPr>
            <a:r>
              <a:rPr lang="en-US" dirty="0">
                <a:latin typeface="Roboto" charset="0"/>
                <a:ea typeface="Roboto" charset="0"/>
                <a:cs typeface="Roboto" charset="0"/>
              </a:rPr>
              <a:t>The script auto-creates tags using CREATE TAG IF NOT EXISTS at runtime (requires CREATE TAG privilege). Without that privilege, create them manually:</a:t>
            </a:r>
          </a:p>
          <a:p>
            <a:pPr algn="l"/>
            <a:r>
              <a:rPr lang="en-US" sz="1800" b="1" dirty="0">
                <a:solidFill>
                  <a:srgbClr val="800000"/>
                </a:solidFill>
                <a:latin typeface="Consolas" panose="020B0609020204030204" pitchFamily="49" charset="0"/>
              </a:rPr>
              <a:t>CREATE</a:t>
            </a:r>
            <a:r>
              <a:rPr lang="en-US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tag </a:t>
            </a:r>
            <a:r>
              <a:rPr lang="en-US" sz="18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nsen.nsen.infa_business_term</a:t>
            </a:r>
            <a:r>
              <a:rPr lang="en-US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;</a:t>
            </a:r>
          </a:p>
          <a:p>
            <a:pPr algn="l"/>
            <a:r>
              <a:rPr lang="it-IT" sz="1800" b="1" dirty="0">
                <a:solidFill>
                  <a:srgbClr val="800000"/>
                </a:solidFill>
                <a:latin typeface="Consolas" panose="020B0609020204030204" pitchFamily="49" charset="0"/>
              </a:rPr>
              <a:t>CREATE</a:t>
            </a:r>
            <a:r>
              <a:rPr lang="it-IT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tag nsen.nsen.infa_classification</a:t>
            </a:r>
            <a:r>
              <a:rPr lang="it-IT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;</a:t>
            </a:r>
          </a:p>
          <a:p>
            <a:pPr algn="l"/>
            <a:r>
              <a:rPr lang="en-US" sz="1800" b="1" dirty="0">
                <a:solidFill>
                  <a:srgbClr val="800000"/>
                </a:solidFill>
                <a:latin typeface="Consolas" panose="020B0609020204030204" pitchFamily="49" charset="0"/>
              </a:rPr>
              <a:t>CREATE</a:t>
            </a:r>
            <a:r>
              <a:rPr lang="en-US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tag </a:t>
            </a:r>
            <a:r>
              <a:rPr lang="en-US" sz="18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nsen.nsen.infa_policy</a:t>
            </a:r>
            <a:r>
              <a:rPr lang="en-US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;</a:t>
            </a:r>
            <a:endParaRPr lang="en-US" sz="1800" b="1" dirty="0">
              <a:solidFill>
                <a:srgbClr val="FF0000"/>
              </a:solidFill>
              <a:latin typeface="Roboto" charset="0"/>
              <a:ea typeface="Roboto" charset="0"/>
              <a:cs typeface="Roboto" charset="0"/>
            </a:endParaRPr>
          </a:p>
          <a:p>
            <a:pPr algn="l"/>
            <a:endParaRPr lang="en-US" b="1" dirty="0">
              <a:solidFill>
                <a:srgbClr val="FF0000"/>
              </a:solidFill>
              <a:latin typeface="Roboto" charset="0"/>
              <a:ea typeface="Roboto" charset="0"/>
              <a:cs typeface="Roboto" charset="0"/>
            </a:endParaRPr>
          </a:p>
          <a:p>
            <a:pPr algn="l"/>
            <a:endParaRPr lang="en-US" dirty="0">
              <a:latin typeface="Roboto" charset="0"/>
              <a:ea typeface="Roboto" charset="0"/>
              <a:cs typeface="Roboto" charset="0"/>
            </a:endParaRPr>
          </a:p>
          <a:p>
            <a:pPr>
              <a:lnSpc>
                <a:spcPct val="90000"/>
              </a:lnSpc>
              <a:spcAft>
                <a:spcPts val="1000"/>
              </a:spcAft>
            </a:pPr>
            <a:endParaRPr lang="en-US" dirty="0">
              <a:latin typeface="Roboto" charset="0"/>
              <a:ea typeface="Roboto" charset="0"/>
              <a:cs typeface="Roboto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678728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2B479B7-4E1E-475F-B459-5CE8B05302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Running</a:t>
            </a:r>
            <a:endParaRPr lang="en-IN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8FFC18-4FD7-5E97-CCB3-5E13CE612AEB}"/>
              </a:ext>
            </a:extLst>
          </p:cNvPr>
          <p:cNvSpPr txBox="1"/>
          <p:nvPr/>
        </p:nvSpPr>
        <p:spPr>
          <a:xfrm>
            <a:off x="1334529" y="1045028"/>
            <a:ext cx="4674385" cy="2383972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ct val="90000"/>
              </a:lnSpc>
              <a:spcAft>
                <a:spcPts val="1000"/>
              </a:spcAft>
            </a:pPr>
            <a:r>
              <a:rPr lang="en-US" dirty="0">
                <a:latin typeface="Roboto" charset="0"/>
                <a:ea typeface="Roboto" charset="0"/>
                <a:cs typeface="Roboto" charset="0"/>
              </a:rPr>
              <a:t>Run the snowflake_updater.py script</a:t>
            </a:r>
          </a:p>
          <a:p>
            <a:pPr marL="285750" indent="-285750">
              <a:lnSpc>
                <a:spcPct val="90000"/>
              </a:lnSpc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Roboto" charset="0"/>
                <a:ea typeface="Roboto" charset="0"/>
                <a:cs typeface="Roboto" charset="0"/>
              </a:rPr>
              <a:t>python snowflake_updater.py</a:t>
            </a:r>
          </a:p>
          <a:p>
            <a:pPr>
              <a:lnSpc>
                <a:spcPct val="90000"/>
              </a:lnSpc>
              <a:spcAft>
                <a:spcPts val="1000"/>
              </a:spcAft>
            </a:pPr>
            <a:r>
              <a:rPr lang="en-US" dirty="0">
                <a:latin typeface="Roboto" charset="0"/>
                <a:ea typeface="Roboto" charset="0"/>
                <a:cs typeface="Roboto" charset="0"/>
              </a:rPr>
              <a:t>or with a custom config file:</a:t>
            </a:r>
          </a:p>
          <a:p>
            <a:pPr marL="285750" indent="-285750">
              <a:lnSpc>
                <a:spcPct val="90000"/>
              </a:lnSpc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Roboto" charset="0"/>
                <a:ea typeface="Roboto" charset="0"/>
                <a:cs typeface="Roboto" charset="0"/>
              </a:rPr>
              <a:t>python snowflake_updater.py --config myconfig.ini</a:t>
            </a:r>
          </a:p>
          <a:p>
            <a:pPr>
              <a:lnSpc>
                <a:spcPct val="90000"/>
              </a:lnSpc>
              <a:spcAft>
                <a:spcPts val="1000"/>
              </a:spcAft>
            </a:pPr>
            <a:r>
              <a:rPr lang="en-US" dirty="0">
                <a:latin typeface="Roboto" charset="0"/>
                <a:ea typeface="Roboto" charset="0"/>
                <a:cs typeface="Roboto" charset="0"/>
              </a:rPr>
              <a:t>The script connects to CDGC, evaluates all assets, displays the planned Snowflake statements, and prompts before executing.</a:t>
            </a:r>
          </a:p>
          <a:p>
            <a:pPr>
              <a:lnSpc>
                <a:spcPct val="90000"/>
              </a:lnSpc>
              <a:spcAft>
                <a:spcPts val="1000"/>
              </a:spcAft>
            </a:pPr>
            <a:r>
              <a:rPr lang="en-US" dirty="0">
                <a:latin typeface="Roboto" charset="0"/>
                <a:ea typeface="Roboto" charset="0"/>
                <a:cs typeface="Roboto" charset="0"/>
              </a:rPr>
              <a:t>To update configuration interactively (including re-encrypting passwords):</a:t>
            </a:r>
          </a:p>
          <a:p>
            <a:pPr>
              <a:lnSpc>
                <a:spcPct val="90000"/>
              </a:lnSpc>
              <a:spcAft>
                <a:spcPts val="1000"/>
              </a:spcAft>
            </a:pPr>
            <a:endParaRPr lang="en-US" dirty="0">
              <a:latin typeface="Roboto" charset="0"/>
              <a:ea typeface="Roboto" charset="0"/>
              <a:cs typeface="Roboto" charset="0"/>
            </a:endParaRPr>
          </a:p>
          <a:p>
            <a:pPr>
              <a:lnSpc>
                <a:spcPct val="90000"/>
              </a:lnSpc>
              <a:spcAft>
                <a:spcPts val="1000"/>
              </a:spcAft>
            </a:pPr>
            <a:r>
              <a:rPr lang="en-US" sz="900" b="0" dirty="0">
                <a:solidFill>
                  <a:srgbClr val="FFFFFF"/>
                </a:solidFill>
              </a:rPr>
              <a:t>All output is automatically saved to a timestamped log file in the same directory:</a:t>
            </a:r>
          </a:p>
          <a:p>
            <a:pPr>
              <a:lnSpc>
                <a:spcPct val="90000"/>
              </a:lnSpc>
              <a:spcAft>
                <a:spcPts val="1000"/>
              </a:spcAft>
            </a:pPr>
            <a:r>
              <a:rPr lang="en-US" sz="900" b="0" dirty="0">
                <a:solidFill>
                  <a:srgbClr val="FFD700"/>
                </a:solidFill>
              </a:rPr>
              <a:t> </a:t>
            </a:r>
            <a:r>
              <a:rPr lang="en-US" sz="900" b="0" dirty="0"/>
              <a:t>Log is saved to </a:t>
            </a:r>
            <a:r>
              <a:rPr lang="en-US" sz="900" b="0" dirty="0" err="1"/>
              <a:t>run_snowflake_updater</a:t>
            </a:r>
            <a:r>
              <a:rPr lang="en-US" sz="900" b="0" dirty="0"/>
              <a:t>_&lt;YYYYMMDD_HHMMSS&gt;.log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44390" y="2150622"/>
            <a:ext cx="5857110" cy="2769989"/>
          </a:xfrm>
          <a:prstGeom prst="rect">
            <a:avLst/>
          </a:prstGeom>
          <a:solidFill>
            <a:srgbClr val="1E1E1E"/>
          </a:solidFill>
        </p:spPr>
        <p:txBody>
          <a:bodyPr wrap="square" lIns="101600" tIns="76200" rIns="101600" bIns="7620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dirty="0">
                <a:solidFill>
                  <a:srgbClr val="4EC974"/>
                </a:solidFill>
                <a:latin typeface="Courier New"/>
              </a:rPr>
              <a:t>$ python snowflake_updater.py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dirty="0">
                <a:solidFill>
                  <a:srgbClr val="4EC974"/>
                </a:solidFill>
                <a:latin typeface="Courier New"/>
              </a:rPr>
              <a:t>INFO: Connecting to Catalog as user </a:t>
            </a:r>
            <a:r>
              <a:rPr sz="850" dirty="0" err="1">
                <a:solidFill>
                  <a:srgbClr val="4EC974"/>
                </a:solidFill>
                <a:latin typeface="Courier New"/>
              </a:rPr>
              <a:t>shayes_compass</a:t>
            </a:r>
            <a:r>
              <a:rPr sz="850" dirty="0">
                <a:solidFill>
                  <a:srgbClr val="4EC974"/>
                </a:solidFill>
                <a:latin typeface="Courier New"/>
              </a:rPr>
              <a:t>...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dirty="0">
                <a:solidFill>
                  <a:srgbClr val="4EC974"/>
                </a:solidFill>
                <a:latin typeface="Courier New"/>
              </a:rPr>
              <a:t>INFO: Fetching Policy / Resource / Classification / Business Term Information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dirty="0">
                <a:solidFill>
                  <a:srgbClr val="4EC974"/>
                </a:solidFill>
                <a:latin typeface="Courier New"/>
              </a:rPr>
              <a:t>INFO: Fetching Detailed Information for NSEN Snowflake Retail Marketing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dirty="0">
                <a:solidFill>
                  <a:srgbClr val="4EC974"/>
                </a:solidFill>
                <a:latin typeface="Courier New"/>
              </a:rPr>
              <a:t>INFO:   Fetched 1000 / 3241 objects...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dirty="0">
                <a:solidFill>
                  <a:srgbClr val="4EC974"/>
                </a:solidFill>
                <a:latin typeface="Courier New"/>
              </a:rPr>
              <a:t>INFO:   Fetched 2000 / 3241 objects...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dirty="0">
                <a:solidFill>
                  <a:srgbClr val="4EC974"/>
                </a:solidFill>
                <a:latin typeface="Courier New"/>
              </a:rPr>
              <a:t>INFO:   Fetched 3241 / 3241 objects...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dirty="0">
                <a:solidFill>
                  <a:srgbClr val="4EC974"/>
                </a:solidFill>
                <a:latin typeface="Courier New"/>
              </a:rPr>
              <a:t>INFO: DQ scores calculated for 847 assets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dirty="0">
                <a:solidFill>
                  <a:srgbClr val="FFFFFF"/>
                </a:solidFill>
                <a:latin typeface="Courier New"/>
              </a:rPr>
              <a:t>INFO: Adding ALTER TABLE NSEN.NSEN_DW.NS_MKTG_USER SET tag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dirty="0">
                <a:solidFill>
                  <a:srgbClr val="FFFFFF"/>
                </a:solidFill>
                <a:latin typeface="Courier New"/>
              </a:rPr>
              <a:t>         </a:t>
            </a:r>
            <a:r>
              <a:rPr sz="850" dirty="0" err="1">
                <a:solidFill>
                  <a:srgbClr val="FFFFFF"/>
                </a:solidFill>
                <a:latin typeface="Courier New"/>
              </a:rPr>
              <a:t>nsen.nsen_dw.infa_business_term</a:t>
            </a:r>
            <a:r>
              <a:rPr sz="850" dirty="0">
                <a:solidFill>
                  <a:srgbClr val="FFFFFF"/>
                </a:solidFill>
                <a:latin typeface="Courier New"/>
              </a:rPr>
              <a:t> = 'Marketing Customer'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dirty="0">
                <a:solidFill>
                  <a:srgbClr val="FFFFFF"/>
                </a:solidFill>
                <a:latin typeface="Courier New"/>
              </a:rPr>
              <a:t>INFO: Adding ALTER TABLE NSEN.NSEN_DW.NS_MKTG_USER MODIFY Column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dirty="0">
                <a:solidFill>
                  <a:srgbClr val="FFFFFF"/>
                </a:solidFill>
                <a:latin typeface="Courier New"/>
              </a:rPr>
              <a:t>         MKTG_EMAIL_ID SET tag </a:t>
            </a:r>
            <a:r>
              <a:rPr sz="850" dirty="0" err="1">
                <a:solidFill>
                  <a:srgbClr val="FFFFFF"/>
                </a:solidFill>
                <a:latin typeface="Courier New"/>
              </a:rPr>
              <a:t>nsen.nsen_dw.infa_dq_score</a:t>
            </a:r>
            <a:r>
              <a:rPr sz="850" dirty="0">
                <a:solidFill>
                  <a:srgbClr val="FFFFFF"/>
                </a:solidFill>
                <a:latin typeface="Courier New"/>
              </a:rPr>
              <a:t> = '93.12'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dirty="0">
                <a:solidFill>
                  <a:srgbClr val="BBBBBB"/>
                </a:solidFill>
                <a:latin typeface="Courier New"/>
              </a:rPr>
              <a:t>...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dirty="0">
                <a:solidFill>
                  <a:srgbClr val="FFD700"/>
                </a:solidFill>
                <a:latin typeface="Courier New"/>
              </a:rPr>
              <a:t>Press any key to continue...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sz="850" dirty="0">
              <a:solidFill>
                <a:srgbClr val="FFD700"/>
              </a:solidFill>
              <a:latin typeface="Courier New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dirty="0">
                <a:solidFill>
                  <a:srgbClr val="4EC974"/>
                </a:solidFill>
                <a:latin typeface="Courier New"/>
              </a:rPr>
              <a:t>INFO: Tag exists or created: </a:t>
            </a:r>
            <a:r>
              <a:rPr sz="850" dirty="0" err="1">
                <a:solidFill>
                  <a:srgbClr val="4EC974"/>
                </a:solidFill>
                <a:latin typeface="Courier New"/>
              </a:rPr>
              <a:t>nsen.nsen_dw.infa_business_term</a:t>
            </a:r>
            <a:endParaRPr sz="850" dirty="0">
              <a:solidFill>
                <a:srgbClr val="4EC974"/>
              </a:solidFill>
              <a:latin typeface="Courier New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dirty="0">
                <a:solidFill>
                  <a:srgbClr val="4EC974"/>
                </a:solidFill>
                <a:latin typeface="Courier New"/>
              </a:rPr>
              <a:t>INFO: Tag exists or created: </a:t>
            </a:r>
            <a:r>
              <a:rPr sz="850" dirty="0" err="1">
                <a:solidFill>
                  <a:srgbClr val="4EC974"/>
                </a:solidFill>
                <a:latin typeface="Courier New"/>
              </a:rPr>
              <a:t>nsen.nsen_dw.infa_dq_score</a:t>
            </a:r>
            <a:endParaRPr sz="850" dirty="0">
              <a:solidFill>
                <a:srgbClr val="4EC974"/>
              </a:solidFill>
              <a:latin typeface="Courier New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dirty="0">
                <a:solidFill>
                  <a:srgbClr val="4EC974"/>
                </a:solidFill>
                <a:latin typeface="Courier New"/>
              </a:rPr>
              <a:t>INFO: Executing statements to unset existing tags...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dirty="0">
                <a:solidFill>
                  <a:srgbClr val="4EC974"/>
                </a:solidFill>
                <a:latin typeface="Courier New"/>
              </a:rPr>
              <a:t>INFO: Executing ALTER TABLE NSEN.NSEN_DW.NS_MKTG_USER SET tag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dirty="0">
                <a:solidFill>
                  <a:srgbClr val="4EC974"/>
                </a:solidFill>
                <a:latin typeface="Courier New"/>
              </a:rPr>
              <a:t>         </a:t>
            </a:r>
            <a:r>
              <a:rPr sz="850" dirty="0" err="1">
                <a:solidFill>
                  <a:srgbClr val="4EC974"/>
                </a:solidFill>
                <a:latin typeface="Courier New"/>
              </a:rPr>
              <a:t>nsen.nsen_dw.infa_business_term</a:t>
            </a:r>
            <a:r>
              <a:rPr sz="850" dirty="0">
                <a:solidFill>
                  <a:srgbClr val="4EC974"/>
                </a:solidFill>
                <a:latin typeface="Courier New"/>
              </a:rPr>
              <a:t> = 'Marketing Customer'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800" b="0" dirty="0">
                <a:solidFill>
                  <a:srgbClr val="4EC950"/>
                </a:solidFill>
              </a:rPr>
              <a:t>INFO: Log saved to run_snowflake_updater_20260320_154157.log</a:t>
            </a:r>
          </a:p>
        </p:txBody>
      </p:sp>
    </p:spTree>
    <p:extLst>
      <p:ext uri="{BB962C8B-B14F-4D97-AF65-F5344CB8AC3E}">
        <p14:creationId xmlns:p14="http://schemas.microsoft.com/office/powerpoint/2010/main" val="5778297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sz="quarter" idx="11"/>
          </p:nvPr>
        </p:nvSpPr>
        <p:spPr>
          <a:xfrm>
            <a:off x="1069107" y="1465399"/>
            <a:ext cx="7339764" cy="953605"/>
          </a:xfrm>
        </p:spPr>
        <p:txBody>
          <a:bodyPr/>
          <a:lstStyle/>
          <a:p>
            <a:r>
              <a:rPr lang="en-US"/>
              <a:t>Thank You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08C726FA-899D-4D62-B2B9-31D3C881C6EC}"/>
              </a:ext>
            </a:extLst>
          </p:cNvPr>
          <p:cNvSpPr txBox="1">
            <a:spLocks/>
          </p:cNvSpPr>
          <p:nvPr/>
        </p:nvSpPr>
        <p:spPr>
          <a:xfrm>
            <a:off x="1069107" y="2715079"/>
            <a:ext cx="7339764" cy="141634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217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None/>
              <a:defRPr sz="5399" b="0" i="0" kern="1200">
                <a:solidFill>
                  <a:schemeClr val="bg1"/>
                </a:solidFill>
                <a:latin typeface="Roboto Light" charset="0"/>
                <a:ea typeface="Roboto Light" charset="0"/>
                <a:cs typeface="Roboto Light" charset="0"/>
              </a:defRPr>
            </a:lvl1pPr>
            <a:lvl2pPr marL="457108" indent="0" algn="l" defTabSz="914217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Roboto" charset="0"/>
                <a:ea typeface="Roboto" charset="0"/>
                <a:cs typeface="Roboto" charset="0"/>
              </a:defRPr>
            </a:lvl2pPr>
            <a:lvl3pPr marL="914217" indent="0" algn="l" defTabSz="914217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None/>
              <a:defRPr sz="1600" b="0" i="0" kern="1200">
                <a:solidFill>
                  <a:schemeClr val="tx1"/>
                </a:solidFill>
                <a:latin typeface="Roboto" charset="0"/>
                <a:ea typeface="Roboto" charset="0"/>
                <a:cs typeface="Roboto" charset="0"/>
              </a:defRPr>
            </a:lvl3pPr>
            <a:lvl4pPr marL="1371326" indent="0" algn="l" defTabSz="914217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None/>
              <a:defRPr sz="1400" b="0" i="0" kern="1200">
                <a:solidFill>
                  <a:schemeClr val="tx1"/>
                </a:solidFill>
                <a:latin typeface="Roboto" charset="0"/>
                <a:ea typeface="Roboto" charset="0"/>
                <a:cs typeface="Roboto" charset="0"/>
              </a:defRPr>
            </a:lvl4pPr>
            <a:lvl5pPr marL="1828435" indent="0" algn="l" defTabSz="914217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None/>
              <a:defRPr sz="1400" b="0" i="0" kern="1200">
                <a:solidFill>
                  <a:schemeClr val="tx1"/>
                </a:solidFill>
                <a:latin typeface="Roboto" charset="0"/>
                <a:ea typeface="Roboto" charset="0"/>
                <a:cs typeface="Roboto" charset="0"/>
              </a:defRPr>
            </a:lvl5pPr>
            <a:lvl6pPr marL="914400" indent="-169863" algn="l" defTabSz="914217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b="0" i="0" kern="1200">
                <a:solidFill>
                  <a:schemeClr val="tx1"/>
                </a:solidFill>
                <a:latin typeface="Roboto" charset="0"/>
                <a:ea typeface="Roboto" charset="0"/>
                <a:cs typeface="Roboto" charset="0"/>
              </a:defRPr>
            </a:lvl6pPr>
            <a:lvl7pPr marL="1084263" indent="-169863" algn="l" defTabSz="914217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b="0" i="0" kern="1200">
                <a:solidFill>
                  <a:schemeClr val="tx1"/>
                </a:solidFill>
                <a:latin typeface="Roboto" charset="0"/>
                <a:ea typeface="Roboto" charset="0"/>
                <a:cs typeface="Roboto" charset="0"/>
              </a:defRPr>
            </a:lvl7pPr>
            <a:lvl8pPr marL="1258888" indent="-174625" algn="l" defTabSz="914217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b="0" i="0" kern="1200">
                <a:solidFill>
                  <a:schemeClr val="tx1"/>
                </a:solidFill>
                <a:latin typeface="Roboto" charset="0"/>
                <a:ea typeface="Roboto" charset="0"/>
                <a:cs typeface="Roboto" charset="0"/>
              </a:defRPr>
            </a:lvl8pPr>
            <a:lvl9pPr marL="1428750" indent="-169863" algn="l" defTabSz="914217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b="0" i="0" kern="1200">
                <a:solidFill>
                  <a:schemeClr val="tx1"/>
                </a:solidFill>
                <a:latin typeface="Roboto" charset="0"/>
                <a:ea typeface="Roboto" charset="0"/>
                <a:cs typeface="Roboto" charset="0"/>
              </a:defRPr>
            </a:lvl9pPr>
          </a:lstStyle>
          <a:p>
            <a:r>
              <a:rPr lang="en-US" sz="1600"/>
              <a:t>Questions / Issues / Suggestions:</a:t>
            </a:r>
          </a:p>
          <a:p>
            <a:r>
              <a:rPr lang="en-US" sz="1600"/>
              <a:t>Scott Hayes</a:t>
            </a:r>
          </a:p>
          <a:p>
            <a:r>
              <a:rPr lang="en-US" sz="1600"/>
              <a:t>scott.hayes@salesforce.com</a:t>
            </a:r>
          </a:p>
        </p:txBody>
      </p:sp>
    </p:spTree>
    <p:extLst>
      <p:ext uri="{BB962C8B-B14F-4D97-AF65-F5344CB8AC3E}">
        <p14:creationId xmlns:p14="http://schemas.microsoft.com/office/powerpoint/2010/main" val="1233805520"/>
      </p:ext>
    </p:extLst>
  </p:cSld>
  <p:clrMapOvr>
    <a:masterClrMapping/>
  </p:clrMapOvr>
</p:sld>
</file>

<file path=ppt/theme/theme1.xml><?xml version="1.0" encoding="utf-8"?>
<a:theme xmlns:a="http://schemas.openxmlformats.org/drawingml/2006/main" name="2_Office Theme">
  <a:themeElements>
    <a:clrScheme name="Informatica">
      <a:dk1>
        <a:srgbClr val="373737"/>
      </a:dk1>
      <a:lt1>
        <a:srgbClr val="FFFFFF"/>
      </a:lt1>
      <a:dk2>
        <a:srgbClr val="0432FF"/>
      </a:dk2>
      <a:lt2>
        <a:srgbClr val="EAEAEA"/>
      </a:lt2>
      <a:accent1>
        <a:srgbClr val="FF4D00"/>
      </a:accent1>
      <a:accent2>
        <a:srgbClr val="FF7D00"/>
      </a:accent2>
      <a:accent3>
        <a:srgbClr val="9220A1"/>
      </a:accent3>
      <a:accent4>
        <a:srgbClr val="C10074"/>
      </a:accent4>
      <a:accent5>
        <a:srgbClr val="00A9BB"/>
      </a:accent5>
      <a:accent6>
        <a:srgbClr val="92D03D"/>
      </a:accent6>
      <a:hlink>
        <a:srgbClr val="0432FF"/>
      </a:hlink>
      <a:folHlink>
        <a:srgbClr val="9223A1"/>
      </a:folHlink>
    </a:clrScheme>
    <a:fontScheme name="Informatica Temp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lIns="137160" tIns="91440" rIns="137160" bIns="91440" rtlCol="0" anchor="ctr"/>
      <a:lstStyle>
        <a:defPPr>
          <a:defRPr smtClean="0">
            <a:latin typeface="Roboto" charset="0"/>
            <a:ea typeface="Roboto" charset="0"/>
            <a:cs typeface="Roboto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chemeClr val="bg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>
          <a:lnSpc>
            <a:spcPct val="90000"/>
          </a:lnSpc>
          <a:spcAft>
            <a:spcPts val="1000"/>
          </a:spcAft>
          <a:defRPr sz="2100" dirty="0" err="1" smtClean="0">
            <a:latin typeface="Roboto" charset="0"/>
            <a:ea typeface="Roboto" charset="0"/>
            <a:cs typeface="Roboto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Informatica Powerpoint Master_Roboto_r1" id="{271281B5-08A3-AC41-8BD9-1578A2037E7E}" vid="{EA06B9FC-3577-1F42-B125-D08C2CD06FAE}"/>
    </a:ext>
  </a:extLst>
</a:theme>
</file>

<file path=ppt/theme/theme2.xml><?xml version="1.0" encoding="utf-8"?>
<a:theme xmlns:a="http://schemas.openxmlformats.org/drawingml/2006/main" name="3_Office Theme">
  <a:themeElements>
    <a:clrScheme name="Informatica">
      <a:dk1>
        <a:srgbClr val="373737"/>
      </a:dk1>
      <a:lt1>
        <a:srgbClr val="FFFFFF"/>
      </a:lt1>
      <a:dk2>
        <a:srgbClr val="0432FF"/>
      </a:dk2>
      <a:lt2>
        <a:srgbClr val="EAEAEA"/>
      </a:lt2>
      <a:accent1>
        <a:srgbClr val="FF4D00"/>
      </a:accent1>
      <a:accent2>
        <a:srgbClr val="FF7D00"/>
      </a:accent2>
      <a:accent3>
        <a:srgbClr val="9220A1"/>
      </a:accent3>
      <a:accent4>
        <a:srgbClr val="C10074"/>
      </a:accent4>
      <a:accent5>
        <a:srgbClr val="00A9BB"/>
      </a:accent5>
      <a:accent6>
        <a:srgbClr val="92D03D"/>
      </a:accent6>
      <a:hlink>
        <a:srgbClr val="0432FF"/>
      </a:hlink>
      <a:folHlink>
        <a:srgbClr val="9223A1"/>
      </a:folHlink>
    </a:clrScheme>
    <a:fontScheme name="Informatica Temp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lIns="137160" tIns="91440" rIns="137160" bIns="91440" rtlCol="0" anchor="ctr"/>
      <a:lstStyle>
        <a:defPPr>
          <a:defRPr smtClean="0">
            <a:latin typeface="Roboto" charset="0"/>
            <a:ea typeface="Roboto" charset="0"/>
            <a:cs typeface="Roboto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chemeClr val="bg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>
          <a:lnSpc>
            <a:spcPct val="90000"/>
          </a:lnSpc>
          <a:spcAft>
            <a:spcPts val="1000"/>
          </a:spcAft>
          <a:defRPr sz="2100" dirty="0" err="1" smtClean="0">
            <a:latin typeface="Roboto" charset="0"/>
            <a:ea typeface="Roboto" charset="0"/>
            <a:cs typeface="Roboto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Informatica Powerpoint Master_Roboto_r1" id="{271281B5-08A3-AC41-8BD9-1578A2037E7E}" vid="{EA06B9FC-3577-1F42-B125-D08C2CD06FAE}"/>
    </a:ext>
  </a:extLst>
</a:theme>
</file>

<file path=ppt/theme/theme3.xml><?xml version="1.0" encoding="utf-8"?>
<a:theme xmlns:a="http://schemas.openxmlformats.org/drawingml/2006/main" name="1_IW17">
  <a:themeElements>
    <a:clrScheme name="Custom 4">
      <a:dk1>
        <a:srgbClr val="373737"/>
      </a:dk1>
      <a:lt1>
        <a:srgbClr val="FFFFFF"/>
      </a:lt1>
      <a:dk2>
        <a:srgbClr val="595959"/>
      </a:dk2>
      <a:lt2>
        <a:srgbClr val="EAEAEA"/>
      </a:lt2>
      <a:accent1>
        <a:srgbClr val="FF4D00"/>
      </a:accent1>
      <a:accent2>
        <a:srgbClr val="FF7D00"/>
      </a:accent2>
      <a:accent3>
        <a:srgbClr val="9220A1"/>
      </a:accent3>
      <a:accent4>
        <a:srgbClr val="C10074"/>
      </a:accent4>
      <a:accent5>
        <a:srgbClr val="00A9BB"/>
      </a:accent5>
      <a:accent6>
        <a:srgbClr val="0019FF"/>
      </a:accent6>
      <a:hlink>
        <a:srgbClr val="0019FF"/>
      </a:hlink>
      <a:folHlink>
        <a:srgbClr val="9220A1"/>
      </a:folHlink>
    </a:clrScheme>
    <a:fontScheme name="Informatica Temp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chemeClr val="bg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>
          <a:defRPr sz="2800" dirty="0" smtClean="0">
            <a:solidFill>
              <a:schemeClr val="bg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6" id="{0E49C123-240F-5A40-A789-EAC3B4E3F5A1}" vid="{8F7913D4-1422-F944-9E1E-34944C1B6A48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F469B9DDCB7884E95DD88D1FAB455BB" ma:contentTypeVersion="4" ma:contentTypeDescription="Create a new document." ma:contentTypeScope="" ma:versionID="2af74787b6fa7b67583c56dc5776735d">
  <xsd:schema xmlns:xsd="http://www.w3.org/2001/XMLSchema" xmlns:xs="http://www.w3.org/2001/XMLSchema" xmlns:p="http://schemas.microsoft.com/office/2006/metadata/properties" xmlns:ns2="d7abb67f-8ba3-4629-af4a-9ad47f056db5" targetNamespace="http://schemas.microsoft.com/office/2006/metadata/properties" ma:root="true" ma:fieldsID="03e5ccd49f08cdc976c4df5b8baab980" ns2:_="">
    <xsd:import namespace="d7abb67f-8ba3-4629-af4a-9ad47f056db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7abb67f-8ba3-4629-af4a-9ad47f056db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CA5433E-CDB9-440C-BB77-1799205ED86D}">
  <ds:schemaRefs>
    <ds:schemaRef ds:uri="d7abb67f-8ba3-4629-af4a-9ad47f056db5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0FFC13DC-9E91-480E-AA50-E69DFCF153D3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14c8150c-bc7e-4d77-82d5-2d0905f0cd74}" enabled="1" method="Standard" siteId="{2638f43e-f77d-4fc7-ab92-7b753b7876fd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Informatica Powerpoint Master_Roboto_r1</Template>
  <TotalTime>1058</TotalTime>
  <Words>811</Words>
  <Application>Microsoft Office PowerPoint</Application>
  <PresentationFormat>Custom</PresentationFormat>
  <Paragraphs>101</Paragraphs>
  <Slides>9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9</vt:i4>
      </vt:variant>
    </vt:vector>
  </HeadingPairs>
  <TitlesOfParts>
    <vt:vector size="18" baseType="lpstr">
      <vt:lpstr>Arial</vt:lpstr>
      <vt:lpstr>Calibri</vt:lpstr>
      <vt:lpstr>Consolas</vt:lpstr>
      <vt:lpstr>Courier New</vt:lpstr>
      <vt:lpstr>Roboto</vt:lpstr>
      <vt:lpstr>Roboto Light</vt:lpstr>
      <vt:lpstr>2_Office Theme</vt:lpstr>
      <vt:lpstr>3_Office Theme</vt:lpstr>
      <vt:lpstr>1_IW17</vt:lpstr>
      <vt:lpstr>PowerPoint Presentation</vt:lpstr>
      <vt:lpstr>What are we trying to do?</vt:lpstr>
      <vt:lpstr>The approach</vt:lpstr>
      <vt:lpstr>PowerPoint Presentation</vt:lpstr>
      <vt:lpstr>Setup Step 1</vt:lpstr>
      <vt:lpstr>Setup Step 2 — Configure</vt:lpstr>
      <vt:lpstr>Setup Step 3 *Optional</vt:lpstr>
      <vt:lpstr>Running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Kara, Amit</dc:creator>
  <cp:keywords/>
  <dc:description/>
  <cp:lastModifiedBy>Hayes, Scott</cp:lastModifiedBy>
  <cp:revision>49</cp:revision>
  <cp:lastPrinted>2018-10-18T20:42:58Z</cp:lastPrinted>
  <dcterms:created xsi:type="dcterms:W3CDTF">2017-08-24T15:57:22Z</dcterms:created>
  <dcterms:modified xsi:type="dcterms:W3CDTF">2026-03-20T22:05:12Z</dcterms:modified>
  <cp:category/>
</cp:coreProperties>
</file>